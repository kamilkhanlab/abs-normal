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68" r:id="rId4"/>
    <p:sldId id="259" r:id="rId5"/>
    <p:sldId id="263" r:id="rId6"/>
    <p:sldId id="266" r:id="rId7"/>
    <p:sldId id="264" r:id="rId8"/>
    <p:sldId id="265" r:id="rId9"/>
    <p:sldId id="261" r:id="rId10"/>
    <p:sldId id="262" r:id="rId11"/>
    <p:sldId id="273" r:id="rId12"/>
    <p:sldId id="274" r:id="rId13"/>
    <p:sldId id="275" r:id="rId14"/>
    <p:sldId id="276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62987D-C553-440D-A649-150D68678D7F}">
          <p14:sldIdLst>
            <p14:sldId id="256"/>
            <p14:sldId id="258"/>
            <p14:sldId id="268"/>
            <p14:sldId id="259"/>
            <p14:sldId id="263"/>
            <p14:sldId id="266"/>
            <p14:sldId id="264"/>
            <p14:sldId id="265"/>
            <p14:sldId id="261"/>
          </p14:sldIdLst>
        </p14:section>
        <p14:section name="Untitled Section" id="{2535D433-4676-4A30-9049-D7C308BB50F1}">
          <p14:sldIdLst>
            <p14:sldId id="262"/>
            <p14:sldId id="273"/>
            <p14:sldId id="274"/>
            <p14:sldId id="275"/>
            <p14:sldId id="276"/>
          </p14:sldIdLst>
        </p14:section>
        <p14:section name="Untitled Section" id="{9DF1C6E3-1A51-42EF-A6BD-A436092719B0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00AC"/>
    <a:srgbClr val="C39BE1"/>
    <a:srgbClr val="7A003C"/>
    <a:srgbClr val="E97132"/>
    <a:srgbClr val="8C3EC6"/>
    <a:srgbClr val="888888"/>
    <a:srgbClr val="A66BD3"/>
    <a:srgbClr val="4F4D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C937BE-65B0-4288-9474-86C73465E8D9}" v="644" dt="2026-10-23T08:40:32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4660"/>
  </p:normalViewPr>
  <p:slideViewPr>
    <p:cSldViewPr snapToGrid="0">
      <p:cViewPr>
        <p:scale>
          <a:sx n="66" d="100"/>
          <a:sy n="66" d="100"/>
        </p:scale>
        <p:origin x="1579" y="317"/>
      </p:cViewPr>
      <p:guideLst/>
    </p:cSldViewPr>
  </p:slideViewPr>
  <p:notesTextViewPr>
    <p:cViewPr>
      <p:scale>
        <a:sx n="1" d="1"/>
        <a:sy n="1" d="1"/>
      </p:scale>
      <p:origin x="0" y="-46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. Chaudhry" userId="43e2b3cea5fa3503" providerId="LiveId" clId="{35A8BCBA-7C4A-4E3E-9A43-F9ED5CEA3154}"/>
    <pc:docChg chg="undo redo custSel addSld delSld modSld sldOrd addSection modSection">
      <pc:chgData name="M. Chaudhry" userId="43e2b3cea5fa3503" providerId="LiveId" clId="{35A8BCBA-7C4A-4E3E-9A43-F9ED5CEA3154}" dt="2026-10-23T08:40:40.691" v="4311" actId="1076"/>
      <pc:docMkLst>
        <pc:docMk/>
      </pc:docMkLst>
      <pc:sldChg chg="addSp delSp modSp mod">
        <pc:chgData name="M. Chaudhry" userId="43e2b3cea5fa3503" providerId="LiveId" clId="{35A8BCBA-7C4A-4E3E-9A43-F9ED5CEA3154}" dt="2026-10-23T06:53:12.800" v="2652" actId="1036"/>
        <pc:sldMkLst>
          <pc:docMk/>
          <pc:sldMk cId="686853745" sldId="262"/>
        </pc:sldMkLst>
        <pc:spChg chg="mod topLvl">
          <ac:chgData name="M. Chaudhry" userId="43e2b3cea5fa3503" providerId="LiveId" clId="{35A8BCBA-7C4A-4E3E-9A43-F9ED5CEA3154}" dt="2026-10-22T07:26:37.001" v="2090" actId="20577"/>
          <ac:spMkLst>
            <pc:docMk/>
            <pc:sldMk cId="686853745" sldId="262"/>
            <ac:spMk id="85" creationId="{33C953F6-455D-78DC-A583-80BDA0511CC8}"/>
          </ac:spMkLst>
        </pc:spChg>
        <pc:cxnChg chg="mod">
          <ac:chgData name="M. Chaudhry" userId="43e2b3cea5fa3503" providerId="LiveId" clId="{35A8BCBA-7C4A-4E3E-9A43-F9ED5CEA3154}" dt="2026-10-23T06:53:12.800" v="2652" actId="1036"/>
          <ac:cxnSpMkLst>
            <pc:docMk/>
            <pc:sldMk cId="686853745" sldId="262"/>
            <ac:cxnSpMk id="47" creationId="{30871F2E-BC94-92BF-1FAE-B821165E027C}"/>
          </ac:cxnSpMkLst>
        </pc:cxnChg>
      </pc:sldChg>
      <pc:sldChg chg="mod ord modShow">
        <pc:chgData name="M. Chaudhry" userId="43e2b3cea5fa3503" providerId="LiveId" clId="{35A8BCBA-7C4A-4E3E-9A43-F9ED5CEA3154}" dt="2026-10-22T08:09:12.988" v="2606"/>
        <pc:sldMkLst>
          <pc:docMk/>
          <pc:sldMk cId="1021512784" sldId="269"/>
        </pc:sldMkLst>
      </pc:sldChg>
      <pc:sldChg chg="mod modShow">
        <pc:chgData name="M. Chaudhry" userId="43e2b3cea5fa3503" providerId="LiveId" clId="{35A8BCBA-7C4A-4E3E-9A43-F9ED5CEA3154}" dt="2026-10-22T08:08:41.298" v="2600" actId="729"/>
        <pc:sldMkLst>
          <pc:docMk/>
          <pc:sldMk cId="1997278135" sldId="270"/>
        </pc:sldMkLst>
      </pc:sldChg>
      <pc:sldChg chg="mod modShow">
        <pc:chgData name="M. Chaudhry" userId="43e2b3cea5fa3503" providerId="LiveId" clId="{35A8BCBA-7C4A-4E3E-9A43-F9ED5CEA3154}" dt="2026-10-22T08:08:41.298" v="2600" actId="729"/>
        <pc:sldMkLst>
          <pc:docMk/>
          <pc:sldMk cId="3711155473" sldId="271"/>
        </pc:sldMkLst>
      </pc:sldChg>
      <pc:sldChg chg="addSp delSp modSp new mod ord">
        <pc:chgData name="M. Chaudhry" userId="43e2b3cea5fa3503" providerId="LiveId" clId="{35A8BCBA-7C4A-4E3E-9A43-F9ED5CEA3154}" dt="2026-10-23T05:25:46.361" v="2646" actId="208"/>
        <pc:sldMkLst>
          <pc:docMk/>
          <pc:sldMk cId="996313110" sldId="273"/>
        </pc:sldMkLst>
        <pc:spChg chg="add del mod">
          <ac:chgData name="M. Chaudhry" userId="43e2b3cea5fa3503" providerId="LiveId" clId="{35A8BCBA-7C4A-4E3E-9A43-F9ED5CEA3154}" dt="2026-10-22T07:37:41.146" v="2095" actId="478"/>
          <ac:spMkLst>
            <pc:docMk/>
            <pc:sldMk cId="996313110" sldId="273"/>
            <ac:spMk id="2" creationId="{A53805F1-4174-E3A8-B534-7D47FF92A2CB}"/>
          </ac:spMkLst>
        </pc:spChg>
        <pc:spChg chg="add mod">
          <ac:chgData name="M. Chaudhry" userId="43e2b3cea5fa3503" providerId="LiveId" clId="{35A8BCBA-7C4A-4E3E-9A43-F9ED5CEA3154}" dt="2026-10-22T07:41:00.070" v="2298" actId="20577"/>
          <ac:spMkLst>
            <pc:docMk/>
            <pc:sldMk cId="996313110" sldId="273"/>
            <ac:spMk id="3" creationId="{1EB902C0-A303-9001-C354-7A3D4658183D}"/>
          </ac:spMkLst>
        </pc:spChg>
        <pc:spChg chg="add mod">
          <ac:chgData name="M. Chaudhry" userId="43e2b3cea5fa3503" providerId="LiveId" clId="{35A8BCBA-7C4A-4E3E-9A43-F9ED5CEA3154}" dt="2026-10-22T18:00:09.936" v="2645" actId="20577"/>
          <ac:spMkLst>
            <pc:docMk/>
            <pc:sldMk cId="996313110" sldId="273"/>
            <ac:spMk id="5" creationId="{F164D632-59F6-0293-1701-A492BD7BD49F}"/>
          </ac:spMkLst>
        </pc:spChg>
        <pc:spChg chg="add del mod">
          <ac:chgData name="M. Chaudhry" userId="43e2b3cea5fa3503" providerId="LiveId" clId="{35A8BCBA-7C4A-4E3E-9A43-F9ED5CEA3154}" dt="2026-10-22T07:39:14.085" v="2168" actId="478"/>
          <ac:spMkLst>
            <pc:docMk/>
            <pc:sldMk cId="996313110" sldId="273"/>
            <ac:spMk id="7" creationId="{F6361F69-7D00-5A8D-C395-46D37D191075}"/>
          </ac:spMkLst>
        </pc:spChg>
        <pc:spChg chg="add del mod">
          <ac:chgData name="M. Chaudhry" userId="43e2b3cea5fa3503" providerId="LiveId" clId="{35A8BCBA-7C4A-4E3E-9A43-F9ED5CEA3154}" dt="2026-10-22T07:40:13.392" v="2247"/>
          <ac:spMkLst>
            <pc:docMk/>
            <pc:sldMk cId="996313110" sldId="273"/>
            <ac:spMk id="8" creationId="{1A4B134C-147E-1D8F-0294-C2E6831911D8}"/>
          </ac:spMkLst>
        </pc:spChg>
        <pc:spChg chg="add mod">
          <ac:chgData name="M. Chaudhry" userId="43e2b3cea5fa3503" providerId="LiveId" clId="{35A8BCBA-7C4A-4E3E-9A43-F9ED5CEA3154}" dt="2026-10-22T17:59:57.171" v="2632" actId="20577"/>
          <ac:spMkLst>
            <pc:docMk/>
            <pc:sldMk cId="996313110" sldId="273"/>
            <ac:spMk id="10" creationId="{349E7D56-4163-4911-085E-F3428E64F456}"/>
          </ac:spMkLst>
        </pc:spChg>
        <pc:spChg chg="add mod">
          <ac:chgData name="M. Chaudhry" userId="43e2b3cea5fa3503" providerId="LiveId" clId="{35A8BCBA-7C4A-4E3E-9A43-F9ED5CEA3154}" dt="2026-10-22T17:59:45.480" v="2627" actId="20577"/>
          <ac:spMkLst>
            <pc:docMk/>
            <pc:sldMk cId="996313110" sldId="273"/>
            <ac:spMk id="12" creationId="{ACBBABAF-2891-6B68-2123-039F32C313FD}"/>
          </ac:spMkLst>
        </pc:spChg>
        <pc:spChg chg="add del mod">
          <ac:chgData name="M. Chaudhry" userId="43e2b3cea5fa3503" providerId="LiveId" clId="{35A8BCBA-7C4A-4E3E-9A43-F9ED5CEA3154}" dt="2026-10-22T07:43:59.888" v="2498" actId="478"/>
          <ac:spMkLst>
            <pc:docMk/>
            <pc:sldMk cId="996313110" sldId="273"/>
            <ac:spMk id="18" creationId="{E2FF72E1-8A15-E057-04D1-7DCA4A48EB04}"/>
          </ac:spMkLst>
        </pc:spChg>
        <pc:spChg chg="add del mod">
          <ac:chgData name="M. Chaudhry" userId="43e2b3cea5fa3503" providerId="LiveId" clId="{35A8BCBA-7C4A-4E3E-9A43-F9ED5CEA3154}" dt="2026-10-22T08:01:10.809" v="2517" actId="478"/>
          <ac:spMkLst>
            <pc:docMk/>
            <pc:sldMk cId="996313110" sldId="273"/>
            <ac:spMk id="19" creationId="{D7C1D696-E3B2-963A-3D5A-2284E95ACC40}"/>
          </ac:spMkLst>
        </pc:spChg>
        <pc:spChg chg="add del mod">
          <ac:chgData name="M. Chaudhry" userId="43e2b3cea5fa3503" providerId="LiveId" clId="{35A8BCBA-7C4A-4E3E-9A43-F9ED5CEA3154}" dt="2026-10-22T08:01:10.809" v="2517" actId="478"/>
          <ac:spMkLst>
            <pc:docMk/>
            <pc:sldMk cId="996313110" sldId="273"/>
            <ac:spMk id="20" creationId="{688CD0E8-31E1-49DA-5463-B977A08AD6FD}"/>
          </ac:spMkLst>
        </pc:spChg>
        <pc:spChg chg="add del mod">
          <ac:chgData name="M. Chaudhry" userId="43e2b3cea5fa3503" providerId="LiveId" clId="{35A8BCBA-7C4A-4E3E-9A43-F9ED5CEA3154}" dt="2026-10-22T08:01:10.809" v="2517" actId="478"/>
          <ac:spMkLst>
            <pc:docMk/>
            <pc:sldMk cId="996313110" sldId="273"/>
            <ac:spMk id="21" creationId="{60915CB1-661A-FD4F-8A2F-22BDB732394D}"/>
          </ac:spMkLst>
        </pc:spChg>
        <pc:spChg chg="add del mod">
          <ac:chgData name="M. Chaudhry" userId="43e2b3cea5fa3503" providerId="LiveId" clId="{35A8BCBA-7C4A-4E3E-9A43-F9ED5CEA3154}" dt="2026-10-22T08:01:10.809" v="2517" actId="478"/>
          <ac:spMkLst>
            <pc:docMk/>
            <pc:sldMk cId="996313110" sldId="273"/>
            <ac:spMk id="22" creationId="{EF6D947C-2279-A792-5834-55C034F48EBE}"/>
          </ac:spMkLst>
        </pc:spChg>
        <pc:spChg chg="add mod">
          <ac:chgData name="M. Chaudhry" userId="43e2b3cea5fa3503" providerId="LiveId" clId="{35A8BCBA-7C4A-4E3E-9A43-F9ED5CEA3154}" dt="2026-10-22T07:45:45.206" v="2501"/>
          <ac:spMkLst>
            <pc:docMk/>
            <pc:sldMk cId="996313110" sldId="273"/>
            <ac:spMk id="33" creationId="{28E1FF20-F800-0EA3-048D-AD4A89CAAD53}"/>
          </ac:spMkLst>
        </pc:spChg>
        <pc:spChg chg="add mod">
          <ac:chgData name="M. Chaudhry" userId="43e2b3cea5fa3503" providerId="LiveId" clId="{35A8BCBA-7C4A-4E3E-9A43-F9ED5CEA3154}" dt="2026-10-22T07:45:45.206" v="2501"/>
          <ac:spMkLst>
            <pc:docMk/>
            <pc:sldMk cId="996313110" sldId="273"/>
            <ac:spMk id="36" creationId="{6B8CB38B-B416-89C3-5EEA-7E8076F26F29}"/>
          </ac:spMkLst>
        </pc:spChg>
        <pc:spChg chg="add mod">
          <ac:chgData name="M. Chaudhry" userId="43e2b3cea5fa3503" providerId="LiveId" clId="{35A8BCBA-7C4A-4E3E-9A43-F9ED5CEA3154}" dt="2026-10-22T07:45:45.206" v="2501"/>
          <ac:spMkLst>
            <pc:docMk/>
            <pc:sldMk cId="996313110" sldId="273"/>
            <ac:spMk id="37" creationId="{7D39651C-19AE-3BCE-C18A-2D600735F10A}"/>
          </ac:spMkLst>
        </pc:spChg>
        <pc:spChg chg="add mod">
          <ac:chgData name="M. Chaudhry" userId="43e2b3cea5fa3503" providerId="LiveId" clId="{35A8BCBA-7C4A-4E3E-9A43-F9ED5CEA3154}" dt="2026-10-22T07:45:45.206" v="2501"/>
          <ac:spMkLst>
            <pc:docMk/>
            <pc:sldMk cId="996313110" sldId="273"/>
            <ac:spMk id="38" creationId="{47F5E836-7943-295F-76A3-F1749DA6D107}"/>
          </ac:spMkLst>
        </pc:spChg>
        <pc:spChg chg="add mod">
          <ac:chgData name="M. Chaudhry" userId="43e2b3cea5fa3503" providerId="LiveId" clId="{35A8BCBA-7C4A-4E3E-9A43-F9ED5CEA3154}" dt="2026-10-22T07:45:45.206" v="2501"/>
          <ac:spMkLst>
            <pc:docMk/>
            <pc:sldMk cId="996313110" sldId="273"/>
            <ac:spMk id="39" creationId="{E90A0367-DF6E-7ED3-4B68-D64E6A36FAAA}"/>
          </ac:spMkLst>
        </pc:spChg>
        <pc:spChg chg="add mod">
          <ac:chgData name="M. Chaudhry" userId="43e2b3cea5fa3503" providerId="LiveId" clId="{35A8BCBA-7C4A-4E3E-9A43-F9ED5CEA3154}" dt="2026-10-22T07:45:45.206" v="2501"/>
          <ac:spMkLst>
            <pc:docMk/>
            <pc:sldMk cId="996313110" sldId="273"/>
            <ac:spMk id="40" creationId="{640B8116-937F-F793-6010-BE98906CFDC9}"/>
          </ac:spMkLst>
        </pc:spChg>
        <pc:spChg chg="add mod">
          <ac:chgData name="M. Chaudhry" userId="43e2b3cea5fa3503" providerId="LiveId" clId="{35A8BCBA-7C4A-4E3E-9A43-F9ED5CEA3154}" dt="2026-10-22T07:45:45.206" v="2501"/>
          <ac:spMkLst>
            <pc:docMk/>
            <pc:sldMk cId="996313110" sldId="273"/>
            <ac:spMk id="71" creationId="{1B1FC2C5-AB2F-5B39-4CB2-078603963E4C}"/>
          </ac:spMkLst>
        </pc:spChg>
        <pc:spChg chg="add mod">
          <ac:chgData name="M. Chaudhry" userId="43e2b3cea5fa3503" providerId="LiveId" clId="{35A8BCBA-7C4A-4E3E-9A43-F9ED5CEA3154}" dt="2026-10-22T07:45:45.206" v="2501"/>
          <ac:spMkLst>
            <pc:docMk/>
            <pc:sldMk cId="996313110" sldId="273"/>
            <ac:spMk id="96" creationId="{92E8A593-140D-07E7-4573-88208CFA778E}"/>
          </ac:spMkLst>
        </pc:spChg>
        <pc:spChg chg="add mod">
          <ac:chgData name="M. Chaudhry" userId="43e2b3cea5fa3503" providerId="LiveId" clId="{35A8BCBA-7C4A-4E3E-9A43-F9ED5CEA3154}" dt="2026-10-22T07:45:45.206" v="2501"/>
          <ac:spMkLst>
            <pc:docMk/>
            <pc:sldMk cId="996313110" sldId="273"/>
            <ac:spMk id="100" creationId="{73F23141-C672-C141-17F3-A432C590E453}"/>
          </ac:spMkLst>
        </pc:spChg>
        <pc:spChg chg="add mod">
          <ac:chgData name="M. Chaudhry" userId="43e2b3cea5fa3503" providerId="LiveId" clId="{35A8BCBA-7C4A-4E3E-9A43-F9ED5CEA3154}" dt="2026-10-22T07:45:45.206" v="2501"/>
          <ac:spMkLst>
            <pc:docMk/>
            <pc:sldMk cId="996313110" sldId="273"/>
            <ac:spMk id="105" creationId="{1B102EF7-C507-D51A-A35A-ED4AB68C4DA4}"/>
          </ac:spMkLst>
        </pc:spChg>
        <pc:spChg chg="add mod">
          <ac:chgData name="M. Chaudhry" userId="43e2b3cea5fa3503" providerId="LiveId" clId="{35A8BCBA-7C4A-4E3E-9A43-F9ED5CEA3154}" dt="2026-10-22T08:03:14.051" v="2561" actId="1076"/>
          <ac:spMkLst>
            <pc:docMk/>
            <pc:sldMk cId="996313110" sldId="273"/>
            <ac:spMk id="112" creationId="{8D970849-A6D6-97EC-112B-2C401EC654ED}"/>
          </ac:spMkLst>
        </pc:spChg>
        <pc:spChg chg="add mod">
          <ac:chgData name="M. Chaudhry" userId="43e2b3cea5fa3503" providerId="LiveId" clId="{35A8BCBA-7C4A-4E3E-9A43-F9ED5CEA3154}" dt="2026-10-22T08:03:20.926" v="2562" actId="120"/>
          <ac:spMkLst>
            <pc:docMk/>
            <pc:sldMk cId="996313110" sldId="273"/>
            <ac:spMk id="113" creationId="{87E1DA08-1A0F-1EBE-ECD8-F14B88684BFA}"/>
          </ac:spMkLst>
        </pc:spChg>
        <pc:spChg chg="add del mod">
          <ac:chgData name="M. Chaudhry" userId="43e2b3cea5fa3503" providerId="LiveId" clId="{35A8BCBA-7C4A-4E3E-9A43-F9ED5CEA3154}" dt="2026-10-22T08:03:22.469" v="2565"/>
          <ac:spMkLst>
            <pc:docMk/>
            <pc:sldMk cId="996313110" sldId="273"/>
            <ac:spMk id="116" creationId="{FFC7D421-F2EA-ED01-FF7C-39B64936C733}"/>
          </ac:spMkLst>
        </pc:spChg>
        <pc:spChg chg="add del mod">
          <ac:chgData name="M. Chaudhry" userId="43e2b3cea5fa3503" providerId="LiveId" clId="{35A8BCBA-7C4A-4E3E-9A43-F9ED5CEA3154}" dt="2026-10-22T08:03:25.252" v="2568"/>
          <ac:spMkLst>
            <pc:docMk/>
            <pc:sldMk cId="996313110" sldId="273"/>
            <ac:spMk id="117" creationId="{ACEB0586-BADC-7816-A1CE-4294E3C2D942}"/>
          </ac:spMkLst>
        </pc:spChg>
        <pc:spChg chg="add del mod">
          <ac:chgData name="M. Chaudhry" userId="43e2b3cea5fa3503" providerId="LiveId" clId="{35A8BCBA-7C4A-4E3E-9A43-F9ED5CEA3154}" dt="2026-10-22T08:03:29.068" v="2571"/>
          <ac:spMkLst>
            <pc:docMk/>
            <pc:sldMk cId="996313110" sldId="273"/>
            <ac:spMk id="118" creationId="{28096669-F2C5-3BFD-B3A5-818D0B758671}"/>
          </ac:spMkLst>
        </pc:spChg>
        <pc:grpChg chg="add del mod">
          <ac:chgData name="M. Chaudhry" userId="43e2b3cea5fa3503" providerId="LiveId" clId="{35A8BCBA-7C4A-4E3E-9A43-F9ED5CEA3154}" dt="2026-10-22T08:01:10.809" v="2517" actId="478"/>
          <ac:grpSpMkLst>
            <pc:docMk/>
            <pc:sldMk cId="996313110" sldId="273"/>
            <ac:grpSpMk id="23" creationId="{F7BE53B8-0830-02EB-D5EE-8460E63B96F0}"/>
          </ac:grpSpMkLst>
        </pc:grpChg>
        <pc:picChg chg="add mod">
          <ac:chgData name="M. Chaudhry" userId="43e2b3cea5fa3503" providerId="LiveId" clId="{35A8BCBA-7C4A-4E3E-9A43-F9ED5CEA3154}" dt="2026-10-22T07:47:33.375" v="2514" actId="1076"/>
          <ac:picMkLst>
            <pc:docMk/>
            <pc:sldMk cId="996313110" sldId="273"/>
            <ac:picMk id="110" creationId="{E129CEFA-3AE0-EC2E-0CCA-07F664ED8FAC}"/>
          </ac:picMkLst>
        </pc:picChg>
        <pc:cxnChg chg="add mod">
          <ac:chgData name="M. Chaudhry" userId="43e2b3cea5fa3503" providerId="LiveId" clId="{35A8BCBA-7C4A-4E3E-9A43-F9ED5CEA3154}" dt="2026-10-22T07:43:47.496" v="2495" actId="13822"/>
          <ac:cxnSpMkLst>
            <pc:docMk/>
            <pc:sldMk cId="996313110" sldId="273"/>
            <ac:cxnSpMk id="14" creationId="{54F2FA92-3010-78D2-A06E-CF1C3FD9C982}"/>
          </ac:cxnSpMkLst>
        </pc:cxnChg>
        <pc:cxnChg chg="add mod">
          <ac:chgData name="M. Chaudhry" userId="43e2b3cea5fa3503" providerId="LiveId" clId="{35A8BCBA-7C4A-4E3E-9A43-F9ED5CEA3154}" dt="2026-10-23T05:25:46.361" v="2646" actId="208"/>
          <ac:cxnSpMkLst>
            <pc:docMk/>
            <pc:sldMk cId="996313110" sldId="273"/>
            <ac:cxnSpMk id="15" creationId="{83D23122-0402-5F5A-ED32-3ABADB30DFFA}"/>
          </ac:cxnSpMkLst>
        </pc:cxnChg>
        <pc:cxnChg chg="add mod">
          <ac:chgData name="M. Chaudhry" userId="43e2b3cea5fa3503" providerId="LiveId" clId="{35A8BCBA-7C4A-4E3E-9A43-F9ED5CEA3154}" dt="2026-10-22T07:43:47.496" v="2495" actId="13822"/>
          <ac:cxnSpMkLst>
            <pc:docMk/>
            <pc:sldMk cId="996313110" sldId="273"/>
            <ac:cxnSpMk id="16" creationId="{0276BD9C-C608-BBFD-E973-BF9C7D95FCC6}"/>
          </ac:cxnSpMkLst>
        </pc:cxnChg>
        <pc:cxnChg chg="mod">
          <ac:chgData name="M. Chaudhry" userId="43e2b3cea5fa3503" providerId="LiveId" clId="{35A8BCBA-7C4A-4E3E-9A43-F9ED5CEA3154}" dt="2026-10-22T07:44:11.892" v="2499"/>
          <ac:cxnSpMkLst>
            <pc:docMk/>
            <pc:sldMk cId="996313110" sldId="273"/>
            <ac:cxnSpMk id="24" creationId="{6EC94992-658E-1EB6-5F70-1C89D4FA473A}"/>
          </ac:cxnSpMkLst>
        </pc:cxnChg>
        <pc:cxnChg chg="mod">
          <ac:chgData name="M. Chaudhry" userId="43e2b3cea5fa3503" providerId="LiveId" clId="{35A8BCBA-7C4A-4E3E-9A43-F9ED5CEA3154}" dt="2026-10-22T07:44:11.892" v="2499"/>
          <ac:cxnSpMkLst>
            <pc:docMk/>
            <pc:sldMk cId="996313110" sldId="273"/>
            <ac:cxnSpMk id="25" creationId="{D328939B-639B-2B24-235A-6A913899C3DF}"/>
          </ac:cxnSpMkLst>
        </pc:cxnChg>
        <pc:cxnChg chg="mod">
          <ac:chgData name="M. Chaudhry" userId="43e2b3cea5fa3503" providerId="LiveId" clId="{35A8BCBA-7C4A-4E3E-9A43-F9ED5CEA3154}" dt="2026-10-22T07:44:11.892" v="2499"/>
          <ac:cxnSpMkLst>
            <pc:docMk/>
            <pc:sldMk cId="996313110" sldId="273"/>
            <ac:cxnSpMk id="26" creationId="{86EBE655-7CDA-9800-47D3-50F8C755641A}"/>
          </ac:cxnSpMkLst>
        </pc:cxnChg>
        <pc:cxnChg chg="add">
          <ac:chgData name="M. Chaudhry" userId="43e2b3cea5fa3503" providerId="LiveId" clId="{35A8BCBA-7C4A-4E3E-9A43-F9ED5CEA3154}" dt="2026-10-22T08:03:05.380" v="2554" actId="11529"/>
          <ac:cxnSpMkLst>
            <pc:docMk/>
            <pc:sldMk cId="996313110" sldId="273"/>
            <ac:cxnSpMk id="115" creationId="{18AEAE5F-9F3E-BE89-BFA7-D8C880429B37}"/>
          </ac:cxnSpMkLst>
        </pc:cxnChg>
      </pc:sldChg>
      <pc:sldChg chg="addSp delSp modSp add mod ord">
        <pc:chgData name="M. Chaudhry" userId="43e2b3cea5fa3503" providerId="LiveId" clId="{35A8BCBA-7C4A-4E3E-9A43-F9ED5CEA3154}" dt="2026-10-23T07:36:49.656" v="3398" actId="1076"/>
        <pc:sldMkLst>
          <pc:docMk/>
          <pc:sldMk cId="2839794317" sldId="274"/>
        </pc:sldMkLst>
        <pc:spChg chg="add mod">
          <ac:chgData name="M. Chaudhry" userId="43e2b3cea5fa3503" providerId="LiveId" clId="{35A8BCBA-7C4A-4E3E-9A43-F9ED5CEA3154}" dt="2026-10-22T08:03:40.166" v="2572"/>
          <ac:spMkLst>
            <pc:docMk/>
            <pc:sldMk cId="2839794317" sldId="274"/>
            <ac:spMk id="2" creationId="{D9037BAD-548D-04AD-5764-EFD27C4C384F}"/>
          </ac:spMkLst>
        </pc:spChg>
        <pc:spChg chg="mod">
          <ac:chgData name="M. Chaudhry" userId="43e2b3cea5fa3503" providerId="LiveId" clId="{35A8BCBA-7C4A-4E3E-9A43-F9ED5CEA3154}" dt="2026-10-22T08:08:03.187" v="2598" actId="207"/>
          <ac:spMkLst>
            <pc:docMk/>
            <pc:sldMk cId="2839794317" sldId="274"/>
            <ac:spMk id="5" creationId="{F5F2BE86-B288-2532-F2B8-4B32073052FC}"/>
          </ac:spMkLst>
        </pc:spChg>
        <pc:spChg chg="add mod">
          <ac:chgData name="M. Chaudhry" userId="43e2b3cea5fa3503" providerId="LiveId" clId="{35A8BCBA-7C4A-4E3E-9A43-F9ED5CEA3154}" dt="2026-10-22T08:03:45.061" v="2574"/>
          <ac:spMkLst>
            <pc:docMk/>
            <pc:sldMk cId="2839794317" sldId="274"/>
            <ac:spMk id="6" creationId="{C70EF565-8535-4533-F171-9AB78A0A6E5D}"/>
          </ac:spMkLst>
        </pc:spChg>
        <pc:spChg chg="add del mod">
          <ac:chgData name="M. Chaudhry" userId="43e2b3cea5fa3503" providerId="LiveId" clId="{35A8BCBA-7C4A-4E3E-9A43-F9ED5CEA3154}" dt="2026-10-23T06:53:31.171" v="2655" actId="478"/>
          <ac:spMkLst>
            <pc:docMk/>
            <pc:sldMk cId="2839794317" sldId="274"/>
            <ac:spMk id="9" creationId="{8AD4848A-B1CB-FA8E-16CA-8D46040264EB}"/>
          </ac:spMkLst>
        </pc:spChg>
        <pc:spChg chg="mod">
          <ac:chgData name="M. Chaudhry" userId="43e2b3cea5fa3503" providerId="LiveId" clId="{35A8BCBA-7C4A-4E3E-9A43-F9ED5CEA3154}" dt="2026-10-22T08:08:03.187" v="2598" actId="207"/>
          <ac:spMkLst>
            <pc:docMk/>
            <pc:sldMk cId="2839794317" sldId="274"/>
            <ac:spMk id="10" creationId="{5A3AC546-5E2D-845D-4C27-3E5815CB351C}"/>
          </ac:spMkLst>
        </pc:spChg>
        <pc:spChg chg="mod">
          <ac:chgData name="M. Chaudhry" userId="43e2b3cea5fa3503" providerId="LiveId" clId="{35A8BCBA-7C4A-4E3E-9A43-F9ED5CEA3154}" dt="2026-10-22T08:08:03.187" v="2598" actId="207"/>
          <ac:spMkLst>
            <pc:docMk/>
            <pc:sldMk cId="2839794317" sldId="274"/>
            <ac:spMk id="12" creationId="{173C2342-317F-871B-74C6-910E4FB45447}"/>
          </ac:spMkLst>
        </pc:spChg>
        <pc:spChg chg="add del mod">
          <ac:chgData name="M. Chaudhry" userId="43e2b3cea5fa3503" providerId="LiveId" clId="{35A8BCBA-7C4A-4E3E-9A43-F9ED5CEA3154}" dt="2026-10-23T06:53:31.171" v="2655" actId="478"/>
          <ac:spMkLst>
            <pc:docMk/>
            <pc:sldMk cId="2839794317" sldId="274"/>
            <ac:spMk id="13" creationId="{7E68109A-EF91-DBB9-C84C-C14F852DD358}"/>
          </ac:spMkLst>
        </pc:spChg>
        <pc:spChg chg="add del mod">
          <ac:chgData name="M. Chaudhry" userId="43e2b3cea5fa3503" providerId="LiveId" clId="{35A8BCBA-7C4A-4E3E-9A43-F9ED5CEA3154}" dt="2026-10-23T06:53:31.171" v="2655" actId="478"/>
          <ac:spMkLst>
            <pc:docMk/>
            <pc:sldMk cId="2839794317" sldId="274"/>
            <ac:spMk id="18" creationId="{AE164917-6907-19EA-54B0-3746FD5F3B70}"/>
          </ac:spMkLst>
        </pc:spChg>
        <pc:spChg chg="del mod">
          <ac:chgData name="M. Chaudhry" userId="43e2b3cea5fa3503" providerId="LiveId" clId="{35A8BCBA-7C4A-4E3E-9A43-F9ED5CEA3154}" dt="2026-10-23T06:53:31.171" v="2655" actId="478"/>
          <ac:spMkLst>
            <pc:docMk/>
            <pc:sldMk cId="2839794317" sldId="274"/>
            <ac:spMk id="19" creationId="{CA59E210-230E-33E5-98D2-D7F632954832}"/>
          </ac:spMkLst>
        </pc:spChg>
        <pc:spChg chg="del mod">
          <ac:chgData name="M. Chaudhry" userId="43e2b3cea5fa3503" providerId="LiveId" clId="{35A8BCBA-7C4A-4E3E-9A43-F9ED5CEA3154}" dt="2026-10-23T06:53:31.171" v="2655" actId="478"/>
          <ac:spMkLst>
            <pc:docMk/>
            <pc:sldMk cId="2839794317" sldId="274"/>
            <ac:spMk id="20" creationId="{B124C145-C918-CDE6-CA14-792DB96588D2}"/>
          </ac:spMkLst>
        </pc:spChg>
        <pc:spChg chg="del mod">
          <ac:chgData name="M. Chaudhry" userId="43e2b3cea5fa3503" providerId="LiveId" clId="{35A8BCBA-7C4A-4E3E-9A43-F9ED5CEA3154}" dt="2026-10-23T06:53:31.171" v="2655" actId="478"/>
          <ac:spMkLst>
            <pc:docMk/>
            <pc:sldMk cId="2839794317" sldId="274"/>
            <ac:spMk id="21" creationId="{7DAA2AA7-AE1A-3D67-E753-8ECE69833286}"/>
          </ac:spMkLst>
        </pc:spChg>
        <pc:spChg chg="del mod">
          <ac:chgData name="M. Chaudhry" userId="43e2b3cea5fa3503" providerId="LiveId" clId="{35A8BCBA-7C4A-4E3E-9A43-F9ED5CEA3154}" dt="2026-10-23T06:53:31.171" v="2655" actId="478"/>
          <ac:spMkLst>
            <pc:docMk/>
            <pc:sldMk cId="2839794317" sldId="274"/>
            <ac:spMk id="22" creationId="{B9C849FD-97C5-9AE8-FA9E-1964C7A2DC84}"/>
          </ac:spMkLst>
        </pc:spChg>
        <pc:spChg chg="add mod">
          <ac:chgData name="M. Chaudhry" userId="43e2b3cea5fa3503" providerId="LiveId" clId="{35A8BCBA-7C4A-4E3E-9A43-F9ED5CEA3154}" dt="2026-10-23T07:09:16.082" v="3212" actId="1076"/>
          <ac:spMkLst>
            <pc:docMk/>
            <pc:sldMk cId="2839794317" sldId="274"/>
            <ac:spMk id="28" creationId="{267A173E-11B8-AAA1-77A7-2EC4E6B71492}"/>
          </ac:spMkLst>
        </pc:spChg>
        <pc:spChg chg="add mod">
          <ac:chgData name="M. Chaudhry" userId="43e2b3cea5fa3503" providerId="LiveId" clId="{35A8BCBA-7C4A-4E3E-9A43-F9ED5CEA3154}" dt="2026-10-23T07:24:11.454" v="3375" actId="20577"/>
          <ac:spMkLst>
            <pc:docMk/>
            <pc:sldMk cId="2839794317" sldId="274"/>
            <ac:spMk id="29" creationId="{A1D05BD1-CD48-E45B-CB50-3AC21617A18E}"/>
          </ac:spMkLst>
        </pc:spChg>
        <pc:spChg chg="add mod">
          <ac:chgData name="M. Chaudhry" userId="43e2b3cea5fa3503" providerId="LiveId" clId="{35A8BCBA-7C4A-4E3E-9A43-F9ED5CEA3154}" dt="2026-10-23T06:53:43.446" v="2678" actId="1036"/>
          <ac:spMkLst>
            <pc:docMk/>
            <pc:sldMk cId="2839794317" sldId="274"/>
            <ac:spMk id="30" creationId="{7E5A04D7-EFD6-2B11-C6C4-FFE59A5E9252}"/>
          </ac:spMkLst>
        </pc:spChg>
        <pc:spChg chg="add del mod">
          <ac:chgData name="M. Chaudhry" userId="43e2b3cea5fa3503" providerId="LiveId" clId="{35A8BCBA-7C4A-4E3E-9A43-F9ED5CEA3154}" dt="2026-10-23T07:30:35.527" v="3380" actId="478"/>
          <ac:spMkLst>
            <pc:docMk/>
            <pc:sldMk cId="2839794317" sldId="274"/>
            <ac:spMk id="31" creationId="{B0F08A2C-BC27-55DB-3D8B-B277FE1083AC}"/>
          </ac:spMkLst>
        </pc:spChg>
        <pc:spChg chg="add mod">
          <ac:chgData name="M. Chaudhry" userId="43e2b3cea5fa3503" providerId="LiveId" clId="{35A8BCBA-7C4A-4E3E-9A43-F9ED5CEA3154}" dt="2026-10-23T06:55:08.547" v="2731" actId="1037"/>
          <ac:spMkLst>
            <pc:docMk/>
            <pc:sldMk cId="2839794317" sldId="274"/>
            <ac:spMk id="32" creationId="{8D87DAB8-9D3A-6EE3-0626-50444804A4FD}"/>
          </ac:spMkLst>
        </pc:spChg>
        <pc:spChg chg="add mod ord">
          <ac:chgData name="M. Chaudhry" userId="43e2b3cea5fa3503" providerId="LiveId" clId="{35A8BCBA-7C4A-4E3E-9A43-F9ED5CEA3154}" dt="2026-10-23T07:24:11.454" v="3375" actId="20577"/>
          <ac:spMkLst>
            <pc:docMk/>
            <pc:sldMk cId="2839794317" sldId="274"/>
            <ac:spMk id="40" creationId="{0566825D-401E-44C2-1BBE-4AA4D519B51F}"/>
          </ac:spMkLst>
        </pc:spChg>
        <pc:spChg chg="add del mod">
          <ac:chgData name="M. Chaudhry" userId="43e2b3cea5fa3503" providerId="LiveId" clId="{35A8BCBA-7C4A-4E3E-9A43-F9ED5CEA3154}" dt="2026-10-23T07:30:35.527" v="3380" actId="478"/>
          <ac:spMkLst>
            <pc:docMk/>
            <pc:sldMk cId="2839794317" sldId="274"/>
            <ac:spMk id="42" creationId="{472E087F-076B-4EF4-2507-99DF4F728F52}"/>
          </ac:spMkLst>
        </pc:spChg>
        <pc:spChg chg="add del mod">
          <ac:chgData name="M. Chaudhry" userId="43e2b3cea5fa3503" providerId="LiveId" clId="{35A8BCBA-7C4A-4E3E-9A43-F9ED5CEA3154}" dt="2026-10-23T07:30:35.527" v="3380" actId="478"/>
          <ac:spMkLst>
            <pc:docMk/>
            <pc:sldMk cId="2839794317" sldId="274"/>
            <ac:spMk id="44" creationId="{72D34E24-A28F-3373-7C75-5913A2F2842A}"/>
          </ac:spMkLst>
        </pc:spChg>
        <pc:spChg chg="add mod">
          <ac:chgData name="M. Chaudhry" userId="43e2b3cea5fa3503" providerId="LiveId" clId="{35A8BCBA-7C4A-4E3E-9A43-F9ED5CEA3154}" dt="2026-10-23T07:24:11.454" v="3375" actId="20577"/>
          <ac:spMkLst>
            <pc:docMk/>
            <pc:sldMk cId="2839794317" sldId="274"/>
            <ac:spMk id="46" creationId="{61533773-20FA-7B6E-5A75-2F5095ABC4CE}"/>
          </ac:spMkLst>
        </pc:spChg>
        <pc:spChg chg="add del mod">
          <ac:chgData name="M. Chaudhry" userId="43e2b3cea5fa3503" providerId="LiveId" clId="{35A8BCBA-7C4A-4E3E-9A43-F9ED5CEA3154}" dt="2026-10-23T07:17:28.919" v="3323" actId="478"/>
          <ac:spMkLst>
            <pc:docMk/>
            <pc:sldMk cId="2839794317" sldId="274"/>
            <ac:spMk id="48" creationId="{7C5BD1CE-DEF1-F11B-851F-CF88E2F69F4C}"/>
          </ac:spMkLst>
        </pc:spChg>
        <pc:spChg chg="add del mod">
          <ac:chgData name="M. Chaudhry" userId="43e2b3cea5fa3503" providerId="LiveId" clId="{35A8BCBA-7C4A-4E3E-9A43-F9ED5CEA3154}" dt="2026-10-23T07:30:35.527" v="3380" actId="478"/>
          <ac:spMkLst>
            <pc:docMk/>
            <pc:sldMk cId="2839794317" sldId="274"/>
            <ac:spMk id="50" creationId="{80DBB378-5AA5-F568-521B-46FC1B694C6F}"/>
          </ac:spMkLst>
        </pc:spChg>
        <pc:spChg chg="add del mod">
          <ac:chgData name="M. Chaudhry" userId="43e2b3cea5fa3503" providerId="LiveId" clId="{35A8BCBA-7C4A-4E3E-9A43-F9ED5CEA3154}" dt="2026-10-23T07:17:29.677" v="3324" actId="478"/>
          <ac:spMkLst>
            <pc:docMk/>
            <pc:sldMk cId="2839794317" sldId="274"/>
            <ac:spMk id="52" creationId="{610B0074-F6BE-C6C5-50F9-548C2BA51475}"/>
          </ac:spMkLst>
        </pc:spChg>
        <pc:spChg chg="add del mod">
          <ac:chgData name="M. Chaudhry" userId="43e2b3cea5fa3503" providerId="LiveId" clId="{35A8BCBA-7C4A-4E3E-9A43-F9ED5CEA3154}" dt="2026-10-23T07:30:35.527" v="3380" actId="478"/>
          <ac:spMkLst>
            <pc:docMk/>
            <pc:sldMk cId="2839794317" sldId="274"/>
            <ac:spMk id="54" creationId="{F8205F5F-FC6D-4DFC-154A-DB2396F3434F}"/>
          </ac:spMkLst>
        </pc:spChg>
        <pc:spChg chg="add del mod">
          <ac:chgData name="M. Chaudhry" userId="43e2b3cea5fa3503" providerId="LiveId" clId="{35A8BCBA-7C4A-4E3E-9A43-F9ED5CEA3154}" dt="2026-10-23T07:30:35.527" v="3380" actId="478"/>
          <ac:spMkLst>
            <pc:docMk/>
            <pc:sldMk cId="2839794317" sldId="274"/>
            <ac:spMk id="56" creationId="{6BAD7982-3550-F4A6-E633-8036409E81DB}"/>
          </ac:spMkLst>
        </pc:spChg>
        <pc:spChg chg="add mod">
          <ac:chgData name="M. Chaudhry" userId="43e2b3cea5fa3503" providerId="LiveId" clId="{35A8BCBA-7C4A-4E3E-9A43-F9ED5CEA3154}" dt="2026-10-23T07:09:38.183" v="3217" actId="1076"/>
          <ac:spMkLst>
            <pc:docMk/>
            <pc:sldMk cId="2839794317" sldId="274"/>
            <ac:spMk id="58" creationId="{2BBF2BCD-512D-8442-D889-C816F3D97BE6}"/>
          </ac:spMkLst>
        </pc:spChg>
        <pc:spChg chg="add mod">
          <ac:chgData name="M. Chaudhry" userId="43e2b3cea5fa3503" providerId="LiveId" clId="{35A8BCBA-7C4A-4E3E-9A43-F9ED5CEA3154}" dt="2026-10-23T07:08:06.959" v="3124" actId="1076"/>
          <ac:spMkLst>
            <pc:docMk/>
            <pc:sldMk cId="2839794317" sldId="274"/>
            <ac:spMk id="60" creationId="{961B8FB4-9B47-E461-2797-2433E192C1AB}"/>
          </ac:spMkLst>
        </pc:spChg>
        <pc:spChg chg="add mod">
          <ac:chgData name="M. Chaudhry" userId="43e2b3cea5fa3503" providerId="LiveId" clId="{35A8BCBA-7C4A-4E3E-9A43-F9ED5CEA3154}" dt="2026-10-23T07:24:11.454" v="3375" actId="20577"/>
          <ac:spMkLst>
            <pc:docMk/>
            <pc:sldMk cId="2839794317" sldId="274"/>
            <ac:spMk id="62" creationId="{B4D6DC99-9A47-B9AD-1610-DC6A0D7E2B8E}"/>
          </ac:spMkLst>
        </pc:spChg>
        <pc:spChg chg="add mod">
          <ac:chgData name="M. Chaudhry" userId="43e2b3cea5fa3503" providerId="LiveId" clId="{35A8BCBA-7C4A-4E3E-9A43-F9ED5CEA3154}" dt="2026-10-23T07:24:11.454" v="3375" actId="20577"/>
          <ac:spMkLst>
            <pc:docMk/>
            <pc:sldMk cId="2839794317" sldId="274"/>
            <ac:spMk id="64" creationId="{FDDC2352-D561-543F-FF91-4E8C03BAB605}"/>
          </ac:spMkLst>
        </pc:spChg>
        <pc:spChg chg="add mod">
          <ac:chgData name="M. Chaudhry" userId="43e2b3cea5fa3503" providerId="LiveId" clId="{35A8BCBA-7C4A-4E3E-9A43-F9ED5CEA3154}" dt="2026-10-23T07:24:11.454" v="3375" actId="20577"/>
          <ac:spMkLst>
            <pc:docMk/>
            <pc:sldMk cId="2839794317" sldId="274"/>
            <ac:spMk id="66" creationId="{C7682D86-BB24-3813-4BD5-4C5DA5AB130F}"/>
          </ac:spMkLst>
        </pc:spChg>
        <pc:spChg chg="add mod">
          <ac:chgData name="M. Chaudhry" userId="43e2b3cea5fa3503" providerId="LiveId" clId="{35A8BCBA-7C4A-4E3E-9A43-F9ED5CEA3154}" dt="2026-10-23T07:24:11.454" v="3375" actId="20577"/>
          <ac:spMkLst>
            <pc:docMk/>
            <pc:sldMk cId="2839794317" sldId="274"/>
            <ac:spMk id="68" creationId="{6FA16DD0-0ECC-FFE9-C0A7-476561602D87}"/>
          </ac:spMkLst>
        </pc:spChg>
        <pc:spChg chg="add mod">
          <ac:chgData name="M. Chaudhry" userId="43e2b3cea5fa3503" providerId="LiveId" clId="{35A8BCBA-7C4A-4E3E-9A43-F9ED5CEA3154}" dt="2026-10-23T07:24:11.454" v="3375" actId="20577"/>
          <ac:spMkLst>
            <pc:docMk/>
            <pc:sldMk cId="2839794317" sldId="274"/>
            <ac:spMk id="70" creationId="{0FB99B94-CE55-E6A5-9292-548339F94850}"/>
          </ac:spMkLst>
        </pc:spChg>
        <pc:spChg chg="add mod">
          <ac:chgData name="M. Chaudhry" userId="43e2b3cea5fa3503" providerId="LiveId" clId="{35A8BCBA-7C4A-4E3E-9A43-F9ED5CEA3154}" dt="2026-10-23T07:24:11.454" v="3375" actId="20577"/>
          <ac:spMkLst>
            <pc:docMk/>
            <pc:sldMk cId="2839794317" sldId="274"/>
            <ac:spMk id="72" creationId="{80C65508-FAC1-B719-2663-D010B7928480}"/>
          </ac:spMkLst>
        </pc:spChg>
        <pc:spChg chg="add mod">
          <ac:chgData name="M. Chaudhry" userId="43e2b3cea5fa3503" providerId="LiveId" clId="{35A8BCBA-7C4A-4E3E-9A43-F9ED5CEA3154}" dt="2026-10-23T07:36:49.656" v="3398" actId="1076"/>
          <ac:spMkLst>
            <pc:docMk/>
            <pc:sldMk cId="2839794317" sldId="274"/>
            <ac:spMk id="74" creationId="{0D9C697A-FD19-741B-BAEF-941BA308A676}"/>
          </ac:spMkLst>
        </pc:spChg>
        <pc:spChg chg="add mod">
          <ac:chgData name="M. Chaudhry" userId="43e2b3cea5fa3503" providerId="LiveId" clId="{35A8BCBA-7C4A-4E3E-9A43-F9ED5CEA3154}" dt="2026-10-23T07:36:33.912" v="3397" actId="14100"/>
          <ac:spMkLst>
            <pc:docMk/>
            <pc:sldMk cId="2839794317" sldId="274"/>
            <ac:spMk id="77" creationId="{A9E66E9A-EAAC-B1E4-B4D2-8C2BD73935C8}"/>
          </ac:spMkLst>
        </pc:spChg>
        <pc:grpChg chg="del mod">
          <ac:chgData name="M. Chaudhry" userId="43e2b3cea5fa3503" providerId="LiveId" clId="{35A8BCBA-7C4A-4E3E-9A43-F9ED5CEA3154}" dt="2026-10-23T06:53:31.171" v="2655" actId="478"/>
          <ac:grpSpMkLst>
            <pc:docMk/>
            <pc:sldMk cId="2839794317" sldId="274"/>
            <ac:grpSpMk id="23" creationId="{7D14C9EC-7090-8409-08CF-C61FAF8D69ED}"/>
          </ac:grpSpMkLst>
        </pc:grpChg>
        <pc:grpChg chg="add mod">
          <ac:chgData name="M. Chaudhry" userId="43e2b3cea5fa3503" providerId="LiveId" clId="{35A8BCBA-7C4A-4E3E-9A43-F9ED5CEA3154}" dt="2026-10-23T07:24:11.454" v="3375" actId="20577"/>
          <ac:grpSpMkLst>
            <pc:docMk/>
            <pc:sldMk cId="2839794317" sldId="274"/>
            <ac:grpSpMk id="75" creationId="{26EBF967-05C8-8FB9-5CEE-6BF3BE7E8953}"/>
          </ac:grpSpMkLst>
        </pc:grpChg>
        <pc:picChg chg="del mod">
          <ac:chgData name="M. Chaudhry" userId="43e2b3cea5fa3503" providerId="LiveId" clId="{35A8BCBA-7C4A-4E3E-9A43-F9ED5CEA3154}" dt="2026-10-23T06:52:50.731" v="2647" actId="478"/>
          <ac:picMkLst>
            <pc:docMk/>
            <pc:sldMk cId="2839794317" sldId="274"/>
            <ac:picMk id="110" creationId="{18D1752D-8CF6-A5FA-2662-E994F3A9B234}"/>
          </ac:picMkLst>
        </pc:picChg>
        <pc:cxnChg chg="add mod">
          <ac:chgData name="M. Chaudhry" userId="43e2b3cea5fa3503" providerId="LiveId" clId="{35A8BCBA-7C4A-4E3E-9A43-F9ED5CEA3154}" dt="2026-10-22T08:03:40.166" v="2572"/>
          <ac:cxnSpMkLst>
            <pc:docMk/>
            <pc:sldMk cId="2839794317" sldId="274"/>
            <ac:cxnSpMk id="4" creationId="{42526C33-4184-5B1B-846A-D5C515F6D312}"/>
          </ac:cxnSpMkLst>
        </pc:cxnChg>
        <pc:cxnChg chg="add mod">
          <ac:chgData name="M. Chaudhry" userId="43e2b3cea5fa3503" providerId="LiveId" clId="{35A8BCBA-7C4A-4E3E-9A43-F9ED5CEA3154}" dt="2026-10-22T08:03:45.061" v="2574"/>
          <ac:cxnSpMkLst>
            <pc:docMk/>
            <pc:sldMk cId="2839794317" sldId="274"/>
            <ac:cxnSpMk id="7" creationId="{48B7FEBB-BF3B-2149-687B-11931BCA904C}"/>
          </ac:cxnSpMkLst>
        </pc:cxnChg>
        <pc:cxnChg chg="add del mod">
          <ac:chgData name="M. Chaudhry" userId="43e2b3cea5fa3503" providerId="LiveId" clId="{35A8BCBA-7C4A-4E3E-9A43-F9ED5CEA3154}" dt="2026-10-23T06:53:31.171" v="2655" actId="478"/>
          <ac:cxnSpMkLst>
            <pc:docMk/>
            <pc:sldMk cId="2839794317" sldId="274"/>
            <ac:cxnSpMk id="27" creationId="{38794799-47A7-8273-F325-701929E65089}"/>
          </ac:cxnSpMkLst>
        </pc:cxnChg>
        <pc:cxnChg chg="add del mod">
          <ac:chgData name="M. Chaudhry" userId="43e2b3cea5fa3503" providerId="LiveId" clId="{35A8BCBA-7C4A-4E3E-9A43-F9ED5CEA3154}" dt="2026-10-23T06:53:46.024" v="2679" actId="478"/>
          <ac:cxnSpMkLst>
            <pc:docMk/>
            <pc:sldMk cId="2839794317" sldId="274"/>
            <ac:cxnSpMk id="33" creationId="{96E18DC4-8E9B-A772-4BA9-F1A3CFB76EF9}"/>
          </ac:cxnSpMkLst>
        </pc:cxnChg>
        <pc:cxnChg chg="add mod">
          <ac:chgData name="M. Chaudhry" userId="43e2b3cea5fa3503" providerId="LiveId" clId="{35A8BCBA-7C4A-4E3E-9A43-F9ED5CEA3154}" dt="2026-10-23T07:17:31.434" v="3325" actId="1076"/>
          <ac:cxnSpMkLst>
            <pc:docMk/>
            <pc:sldMk cId="2839794317" sldId="274"/>
            <ac:cxnSpMk id="34" creationId="{3AB3964F-557A-9A66-04AF-FCC5B986D6EE}"/>
          </ac:cxnSpMkLst>
        </pc:cxnChg>
      </pc:sldChg>
      <pc:sldChg chg="addSp delSp modSp add mod">
        <pc:chgData name="M. Chaudhry" userId="43e2b3cea5fa3503" providerId="LiveId" clId="{35A8BCBA-7C4A-4E3E-9A43-F9ED5CEA3154}" dt="2026-10-23T08:23:40.018" v="4296"/>
        <pc:sldMkLst>
          <pc:docMk/>
          <pc:sldMk cId="3649513150" sldId="275"/>
        </pc:sldMkLst>
        <pc:spChg chg="add del mod">
          <ac:chgData name="M. Chaudhry" userId="43e2b3cea5fa3503" providerId="LiveId" clId="{35A8BCBA-7C4A-4E3E-9A43-F9ED5CEA3154}" dt="2026-10-23T07:43:34.090" v="3484"/>
          <ac:spMkLst>
            <pc:docMk/>
            <pc:sldMk cId="3649513150" sldId="275"/>
            <ac:spMk id="2" creationId="{40C8F65E-D5BE-47DC-C824-04CEE2D70B95}"/>
          </ac:spMkLst>
        </pc:spChg>
        <pc:spChg chg="del mod">
          <ac:chgData name="M. Chaudhry" userId="43e2b3cea5fa3503" providerId="LiveId" clId="{35A8BCBA-7C4A-4E3E-9A43-F9ED5CEA3154}" dt="2026-10-23T08:09:02.585" v="4107" actId="478"/>
          <ac:spMkLst>
            <pc:docMk/>
            <pc:sldMk cId="3649513150" sldId="275"/>
            <ac:spMk id="6" creationId="{82FA2330-5B50-F415-D049-96447ED6F217}"/>
          </ac:spMkLst>
        </pc:spChg>
        <pc:spChg chg="add mod">
          <ac:chgData name="M. Chaudhry" userId="43e2b3cea5fa3503" providerId="LiveId" clId="{35A8BCBA-7C4A-4E3E-9A43-F9ED5CEA3154}" dt="2026-10-23T08:11:22.470" v="4143" actId="20577"/>
          <ac:spMkLst>
            <pc:docMk/>
            <pc:sldMk cId="3649513150" sldId="275"/>
            <ac:spMk id="18" creationId="{29353569-3F23-DEF0-F11A-075730C23574}"/>
          </ac:spMkLst>
        </pc:spChg>
        <pc:spChg chg="add mod">
          <ac:chgData name="M. Chaudhry" userId="43e2b3cea5fa3503" providerId="LiveId" clId="{35A8BCBA-7C4A-4E3E-9A43-F9ED5CEA3154}" dt="2026-10-23T08:11:22.470" v="4143" actId="20577"/>
          <ac:spMkLst>
            <pc:docMk/>
            <pc:sldMk cId="3649513150" sldId="275"/>
            <ac:spMk id="20" creationId="{3843F396-B359-FA88-2B60-2696D11942A9}"/>
          </ac:spMkLst>
        </pc:spChg>
        <pc:spChg chg="add mod">
          <ac:chgData name="M. Chaudhry" userId="43e2b3cea5fa3503" providerId="LiveId" clId="{35A8BCBA-7C4A-4E3E-9A43-F9ED5CEA3154}" dt="2026-10-23T08:11:22.470" v="4143" actId="20577"/>
          <ac:spMkLst>
            <pc:docMk/>
            <pc:sldMk cId="3649513150" sldId="275"/>
            <ac:spMk id="22" creationId="{ED644B56-2960-95D0-D143-09E1D78AA520}"/>
          </ac:spMkLst>
        </pc:spChg>
        <pc:spChg chg="add mod">
          <ac:chgData name="M. Chaudhry" userId="43e2b3cea5fa3503" providerId="LiveId" clId="{35A8BCBA-7C4A-4E3E-9A43-F9ED5CEA3154}" dt="2026-10-23T08:11:22.470" v="4143" actId="20577"/>
          <ac:spMkLst>
            <pc:docMk/>
            <pc:sldMk cId="3649513150" sldId="275"/>
            <ac:spMk id="24" creationId="{4C7A374C-22D6-CFB1-A6AB-7A89D16E10C3}"/>
          </ac:spMkLst>
        </pc:spChg>
        <pc:spChg chg="add mod">
          <ac:chgData name="M. Chaudhry" userId="43e2b3cea5fa3503" providerId="LiveId" clId="{35A8BCBA-7C4A-4E3E-9A43-F9ED5CEA3154}" dt="2026-10-23T08:11:22.470" v="4143" actId="20577"/>
          <ac:spMkLst>
            <pc:docMk/>
            <pc:sldMk cId="3649513150" sldId="275"/>
            <ac:spMk id="26" creationId="{9F521855-2CBA-2889-6347-CFF84F5E53E1}"/>
          </ac:spMkLst>
        </pc:spChg>
        <pc:spChg chg="mod">
          <ac:chgData name="M. Chaudhry" userId="43e2b3cea5fa3503" providerId="LiveId" clId="{35A8BCBA-7C4A-4E3E-9A43-F9ED5CEA3154}" dt="2026-10-23T08:09:08.939" v="4108" actId="1076"/>
          <ac:spMkLst>
            <pc:docMk/>
            <pc:sldMk cId="3649513150" sldId="275"/>
            <ac:spMk id="28" creationId="{606E5E5C-6ED6-A2A7-23E9-14B97197C337}"/>
          </ac:spMkLst>
        </pc:spChg>
        <pc:spChg chg="mod topLvl">
          <ac:chgData name="M. Chaudhry" userId="43e2b3cea5fa3503" providerId="LiveId" clId="{35A8BCBA-7C4A-4E3E-9A43-F9ED5CEA3154}" dt="2026-10-23T08:22:11.809" v="4267" actId="20577"/>
          <ac:spMkLst>
            <pc:docMk/>
            <pc:sldMk cId="3649513150" sldId="275"/>
            <ac:spMk id="29" creationId="{581BD32A-B3F7-90FA-A5C0-7F7FF0F6838D}"/>
          </ac:spMkLst>
        </pc:spChg>
        <pc:spChg chg="mod">
          <ac:chgData name="M. Chaudhry" userId="43e2b3cea5fa3503" providerId="LiveId" clId="{35A8BCBA-7C4A-4E3E-9A43-F9ED5CEA3154}" dt="2026-10-23T08:09:08.939" v="4108" actId="1076"/>
          <ac:spMkLst>
            <pc:docMk/>
            <pc:sldMk cId="3649513150" sldId="275"/>
            <ac:spMk id="30" creationId="{8597027B-296D-7615-4EEF-B0B4CB238590}"/>
          </ac:spMkLst>
        </pc:spChg>
        <pc:spChg chg="del mod">
          <ac:chgData name="M. Chaudhry" userId="43e2b3cea5fa3503" providerId="LiveId" clId="{35A8BCBA-7C4A-4E3E-9A43-F9ED5CEA3154}" dt="2026-10-23T07:49:46.499" v="3582" actId="478"/>
          <ac:spMkLst>
            <pc:docMk/>
            <pc:sldMk cId="3649513150" sldId="275"/>
            <ac:spMk id="31" creationId="{45689FA0-2EFE-45E0-0DB1-B3334912E576}"/>
          </ac:spMkLst>
        </pc:spChg>
        <pc:spChg chg="mod">
          <ac:chgData name="M. Chaudhry" userId="43e2b3cea5fa3503" providerId="LiveId" clId="{35A8BCBA-7C4A-4E3E-9A43-F9ED5CEA3154}" dt="2026-10-23T08:09:08.939" v="4108" actId="1076"/>
          <ac:spMkLst>
            <pc:docMk/>
            <pc:sldMk cId="3649513150" sldId="275"/>
            <ac:spMk id="32" creationId="{F9C760C3-18F7-0FFB-A903-0FA8FFEC9DC5}"/>
          </ac:spMkLst>
        </pc:spChg>
        <pc:spChg chg="add mod">
          <ac:chgData name="M. Chaudhry" userId="43e2b3cea5fa3503" providerId="LiveId" clId="{35A8BCBA-7C4A-4E3E-9A43-F9ED5CEA3154}" dt="2026-10-23T08:11:22.470" v="4143" actId="20577"/>
          <ac:spMkLst>
            <pc:docMk/>
            <pc:sldMk cId="3649513150" sldId="275"/>
            <ac:spMk id="33" creationId="{18363CA7-BA77-25D7-9EA9-4B57235BDA11}"/>
          </ac:spMkLst>
        </pc:spChg>
        <pc:spChg chg="add mod">
          <ac:chgData name="M. Chaudhry" userId="43e2b3cea5fa3503" providerId="LiveId" clId="{35A8BCBA-7C4A-4E3E-9A43-F9ED5CEA3154}" dt="2026-10-23T08:11:22.470" v="4143" actId="20577"/>
          <ac:spMkLst>
            <pc:docMk/>
            <pc:sldMk cId="3649513150" sldId="275"/>
            <ac:spMk id="36" creationId="{9B846E1E-D4B0-C290-0B37-2603FA74BAB8}"/>
          </ac:spMkLst>
        </pc:spChg>
        <pc:spChg chg="add mod">
          <ac:chgData name="M. Chaudhry" userId="43e2b3cea5fa3503" providerId="LiveId" clId="{35A8BCBA-7C4A-4E3E-9A43-F9ED5CEA3154}" dt="2026-10-23T08:11:22.470" v="4143" actId="20577"/>
          <ac:spMkLst>
            <pc:docMk/>
            <pc:sldMk cId="3649513150" sldId="275"/>
            <ac:spMk id="38" creationId="{B9DC1688-E109-962F-647A-5DB46E04412D}"/>
          </ac:spMkLst>
        </pc:spChg>
        <pc:spChg chg="mod topLvl">
          <ac:chgData name="M. Chaudhry" userId="43e2b3cea5fa3503" providerId="LiveId" clId="{35A8BCBA-7C4A-4E3E-9A43-F9ED5CEA3154}" dt="2026-10-23T07:45:15.737" v="3503" actId="164"/>
          <ac:spMkLst>
            <pc:docMk/>
            <pc:sldMk cId="3649513150" sldId="275"/>
            <ac:spMk id="40" creationId="{BA532482-CFFA-C489-563D-92FB35ADC6C7}"/>
          </ac:spMkLst>
        </pc:spChg>
        <pc:spChg chg="add del mod">
          <ac:chgData name="M. Chaudhry" userId="43e2b3cea5fa3503" providerId="LiveId" clId="{35A8BCBA-7C4A-4E3E-9A43-F9ED5CEA3154}" dt="2026-10-23T07:57:25.630" v="3816" actId="478"/>
          <ac:spMkLst>
            <pc:docMk/>
            <pc:sldMk cId="3649513150" sldId="275"/>
            <ac:spMk id="41" creationId="{53862724-5F8B-4117-2030-B9F683DAB73C}"/>
          </ac:spMkLst>
        </pc:spChg>
        <pc:spChg chg="del">
          <ac:chgData name="M. Chaudhry" userId="43e2b3cea5fa3503" providerId="LiveId" clId="{35A8BCBA-7C4A-4E3E-9A43-F9ED5CEA3154}" dt="2026-10-23T07:47:02.215" v="3563" actId="478"/>
          <ac:spMkLst>
            <pc:docMk/>
            <pc:sldMk cId="3649513150" sldId="275"/>
            <ac:spMk id="42" creationId="{3C4E9D62-6F67-CB7D-25D8-F53F4065235D}"/>
          </ac:spMkLst>
        </pc:spChg>
        <pc:spChg chg="del mod">
          <ac:chgData name="M. Chaudhry" userId="43e2b3cea5fa3503" providerId="LiveId" clId="{35A8BCBA-7C4A-4E3E-9A43-F9ED5CEA3154}" dt="2026-10-23T07:45:27.704" v="3516" actId="478"/>
          <ac:spMkLst>
            <pc:docMk/>
            <pc:sldMk cId="3649513150" sldId="275"/>
            <ac:spMk id="44" creationId="{60725347-2A38-1106-5890-D819EDFC2F23}"/>
          </ac:spMkLst>
        </pc:spChg>
        <pc:spChg chg="add mod">
          <ac:chgData name="M. Chaudhry" userId="43e2b3cea5fa3503" providerId="LiveId" clId="{35A8BCBA-7C4A-4E3E-9A43-F9ED5CEA3154}" dt="2026-10-23T08:09:08.939" v="4108" actId="1076"/>
          <ac:spMkLst>
            <pc:docMk/>
            <pc:sldMk cId="3649513150" sldId="275"/>
            <ac:spMk id="45" creationId="{D82C5684-6C3D-7C47-4AC4-95AD7739CFAD}"/>
          </ac:spMkLst>
        </pc:spChg>
        <pc:spChg chg="mod topLvl">
          <ac:chgData name="M. Chaudhry" userId="43e2b3cea5fa3503" providerId="LiveId" clId="{35A8BCBA-7C4A-4E3E-9A43-F9ED5CEA3154}" dt="2026-10-23T07:45:15.737" v="3503" actId="164"/>
          <ac:spMkLst>
            <pc:docMk/>
            <pc:sldMk cId="3649513150" sldId="275"/>
            <ac:spMk id="46" creationId="{FED77304-0E65-BBA7-B75F-030002B268AA}"/>
          </ac:spMkLst>
        </pc:spChg>
        <pc:spChg chg="add del mod">
          <ac:chgData name="M. Chaudhry" userId="43e2b3cea5fa3503" providerId="LiveId" clId="{35A8BCBA-7C4A-4E3E-9A43-F9ED5CEA3154}" dt="2026-10-23T07:58:21.054" v="3865"/>
          <ac:spMkLst>
            <pc:docMk/>
            <pc:sldMk cId="3649513150" sldId="275"/>
            <ac:spMk id="47" creationId="{40FC07B7-A7C6-38F4-5204-454EBFBF58C8}"/>
          </ac:spMkLst>
        </pc:spChg>
        <pc:spChg chg="add del">
          <ac:chgData name="M. Chaudhry" userId="43e2b3cea5fa3503" providerId="LiveId" clId="{35A8BCBA-7C4A-4E3E-9A43-F9ED5CEA3154}" dt="2026-10-23T08:08:22.260" v="4098" actId="478"/>
          <ac:spMkLst>
            <pc:docMk/>
            <pc:sldMk cId="3649513150" sldId="275"/>
            <ac:spMk id="48" creationId="{B6867206-B9DD-5B62-05BC-EE3BC3B3C216}"/>
          </ac:spMkLst>
        </pc:spChg>
        <pc:spChg chg="add del mod">
          <ac:chgData name="M. Chaudhry" userId="43e2b3cea5fa3503" providerId="LiveId" clId="{35A8BCBA-7C4A-4E3E-9A43-F9ED5CEA3154}" dt="2026-10-23T08:21:55.518" v="4255" actId="478"/>
          <ac:spMkLst>
            <pc:docMk/>
            <pc:sldMk cId="3649513150" sldId="275"/>
            <ac:spMk id="49" creationId="{AEFA73E2-7FF6-4CCE-1638-2C20ACCA6933}"/>
          </ac:spMkLst>
        </pc:spChg>
        <pc:spChg chg="del">
          <ac:chgData name="M. Chaudhry" userId="43e2b3cea5fa3503" providerId="LiveId" clId="{35A8BCBA-7C4A-4E3E-9A43-F9ED5CEA3154}" dt="2026-10-23T07:47:02.215" v="3563" actId="478"/>
          <ac:spMkLst>
            <pc:docMk/>
            <pc:sldMk cId="3649513150" sldId="275"/>
            <ac:spMk id="50" creationId="{0468949B-7058-7B27-BB6F-516274376DD7}"/>
          </ac:spMkLst>
        </pc:spChg>
        <pc:spChg chg="add del mod">
          <ac:chgData name="M. Chaudhry" userId="43e2b3cea5fa3503" providerId="LiveId" clId="{35A8BCBA-7C4A-4E3E-9A43-F9ED5CEA3154}" dt="2026-10-23T08:23:40.018" v="4296"/>
          <ac:spMkLst>
            <pc:docMk/>
            <pc:sldMk cId="3649513150" sldId="275"/>
            <ac:spMk id="51" creationId="{3157E9F6-D0C9-EFD4-9D0B-8BCE43982BD1}"/>
          </ac:spMkLst>
        </pc:spChg>
        <pc:spChg chg="del">
          <ac:chgData name="M. Chaudhry" userId="43e2b3cea5fa3503" providerId="LiveId" clId="{35A8BCBA-7C4A-4E3E-9A43-F9ED5CEA3154}" dt="2026-10-23T07:47:02.215" v="3563" actId="478"/>
          <ac:spMkLst>
            <pc:docMk/>
            <pc:sldMk cId="3649513150" sldId="275"/>
            <ac:spMk id="54" creationId="{84C180C4-6077-5385-8DFA-FDAEC7D775D1}"/>
          </ac:spMkLst>
        </pc:spChg>
        <pc:spChg chg="del">
          <ac:chgData name="M. Chaudhry" userId="43e2b3cea5fa3503" providerId="LiveId" clId="{35A8BCBA-7C4A-4E3E-9A43-F9ED5CEA3154}" dt="2026-10-23T07:47:02.215" v="3563" actId="478"/>
          <ac:spMkLst>
            <pc:docMk/>
            <pc:sldMk cId="3649513150" sldId="275"/>
            <ac:spMk id="56" creationId="{1BE56C20-737E-5358-8924-1276C6AF427B}"/>
          </ac:spMkLst>
        </pc:spChg>
        <pc:spChg chg="del mod">
          <ac:chgData name="M. Chaudhry" userId="43e2b3cea5fa3503" providerId="LiveId" clId="{35A8BCBA-7C4A-4E3E-9A43-F9ED5CEA3154}" dt="2026-10-23T07:44:29.924" v="3498" actId="478"/>
          <ac:spMkLst>
            <pc:docMk/>
            <pc:sldMk cId="3649513150" sldId="275"/>
            <ac:spMk id="58" creationId="{EAD1930F-EAE0-5D92-0A65-9D1D93E6876A}"/>
          </ac:spMkLst>
        </pc:spChg>
        <pc:spChg chg="del">
          <ac:chgData name="M. Chaudhry" userId="43e2b3cea5fa3503" providerId="LiveId" clId="{35A8BCBA-7C4A-4E3E-9A43-F9ED5CEA3154}" dt="2026-10-23T07:44:29.924" v="3498" actId="478"/>
          <ac:spMkLst>
            <pc:docMk/>
            <pc:sldMk cId="3649513150" sldId="275"/>
            <ac:spMk id="60" creationId="{E88B888B-AC64-57AB-6044-0874FB20489E}"/>
          </ac:spMkLst>
        </pc:spChg>
        <pc:spChg chg="mod topLvl">
          <ac:chgData name="M. Chaudhry" userId="43e2b3cea5fa3503" providerId="LiveId" clId="{35A8BCBA-7C4A-4E3E-9A43-F9ED5CEA3154}" dt="2026-10-23T07:45:15.737" v="3503" actId="164"/>
          <ac:spMkLst>
            <pc:docMk/>
            <pc:sldMk cId="3649513150" sldId="275"/>
            <ac:spMk id="62" creationId="{1A75CC8B-474A-73EF-583F-1CB5DE66AEA3}"/>
          </ac:spMkLst>
        </pc:spChg>
        <pc:spChg chg="mod topLvl">
          <ac:chgData name="M. Chaudhry" userId="43e2b3cea5fa3503" providerId="LiveId" clId="{35A8BCBA-7C4A-4E3E-9A43-F9ED5CEA3154}" dt="2026-10-23T07:45:15.737" v="3503" actId="164"/>
          <ac:spMkLst>
            <pc:docMk/>
            <pc:sldMk cId="3649513150" sldId="275"/>
            <ac:spMk id="64" creationId="{3A0A2664-EDAC-AB3D-7419-5F7690C54C84}"/>
          </ac:spMkLst>
        </pc:spChg>
        <pc:spChg chg="mod topLvl">
          <ac:chgData name="M. Chaudhry" userId="43e2b3cea5fa3503" providerId="LiveId" clId="{35A8BCBA-7C4A-4E3E-9A43-F9ED5CEA3154}" dt="2026-10-23T07:45:15.737" v="3503" actId="164"/>
          <ac:spMkLst>
            <pc:docMk/>
            <pc:sldMk cId="3649513150" sldId="275"/>
            <ac:spMk id="66" creationId="{FD107132-F8D3-5D2F-7E8A-4E6834B6DACF}"/>
          </ac:spMkLst>
        </pc:spChg>
        <pc:spChg chg="mod topLvl">
          <ac:chgData name="M. Chaudhry" userId="43e2b3cea5fa3503" providerId="LiveId" clId="{35A8BCBA-7C4A-4E3E-9A43-F9ED5CEA3154}" dt="2026-10-23T07:45:15.737" v="3503" actId="164"/>
          <ac:spMkLst>
            <pc:docMk/>
            <pc:sldMk cId="3649513150" sldId="275"/>
            <ac:spMk id="68" creationId="{8025C1D2-1E53-BF75-06BF-7AEEE8E98F5D}"/>
          </ac:spMkLst>
        </pc:spChg>
        <pc:spChg chg="mod topLvl">
          <ac:chgData name="M. Chaudhry" userId="43e2b3cea5fa3503" providerId="LiveId" clId="{35A8BCBA-7C4A-4E3E-9A43-F9ED5CEA3154}" dt="2026-10-23T07:45:15.737" v="3503" actId="164"/>
          <ac:spMkLst>
            <pc:docMk/>
            <pc:sldMk cId="3649513150" sldId="275"/>
            <ac:spMk id="70" creationId="{140F182D-BD09-E359-EF3C-68E9ECC28F99}"/>
          </ac:spMkLst>
        </pc:spChg>
        <pc:spChg chg="mod topLvl">
          <ac:chgData name="M. Chaudhry" userId="43e2b3cea5fa3503" providerId="LiveId" clId="{35A8BCBA-7C4A-4E3E-9A43-F9ED5CEA3154}" dt="2026-10-23T07:45:15.737" v="3503" actId="164"/>
          <ac:spMkLst>
            <pc:docMk/>
            <pc:sldMk cId="3649513150" sldId="275"/>
            <ac:spMk id="72" creationId="{99BFE97A-B62C-2A2D-3025-9337C08D7705}"/>
          </ac:spMkLst>
        </pc:spChg>
        <pc:spChg chg="mod">
          <ac:chgData name="M. Chaudhry" userId="43e2b3cea5fa3503" providerId="LiveId" clId="{35A8BCBA-7C4A-4E3E-9A43-F9ED5CEA3154}" dt="2026-10-23T08:11:24.252" v="4144" actId="113"/>
          <ac:spMkLst>
            <pc:docMk/>
            <pc:sldMk cId="3649513150" sldId="275"/>
            <ac:spMk id="74" creationId="{80242F4D-4B92-5694-593A-D291D99FC706}"/>
          </ac:spMkLst>
        </pc:spChg>
        <pc:spChg chg="mod ord">
          <ac:chgData name="M. Chaudhry" userId="43e2b3cea5fa3503" providerId="LiveId" clId="{35A8BCBA-7C4A-4E3E-9A43-F9ED5CEA3154}" dt="2026-10-23T07:46:19.521" v="3545" actId="20577"/>
          <ac:spMkLst>
            <pc:docMk/>
            <pc:sldMk cId="3649513150" sldId="275"/>
            <ac:spMk id="77" creationId="{1F6F79E0-AD13-7AA4-586A-CAD9E7959C04}"/>
          </ac:spMkLst>
        </pc:spChg>
        <pc:grpChg chg="add mod">
          <ac:chgData name="M. Chaudhry" userId="43e2b3cea5fa3503" providerId="LiveId" clId="{35A8BCBA-7C4A-4E3E-9A43-F9ED5CEA3154}" dt="2026-10-23T08:09:08.939" v="4108" actId="1076"/>
          <ac:grpSpMkLst>
            <pc:docMk/>
            <pc:sldMk cId="3649513150" sldId="275"/>
            <ac:grpSpMk id="13" creationId="{41003A04-2618-3DFF-CBBD-7EE50AF5BB7E}"/>
          </ac:grpSpMkLst>
        </pc:grpChg>
        <pc:grpChg chg="add mod">
          <ac:chgData name="M. Chaudhry" userId="43e2b3cea5fa3503" providerId="LiveId" clId="{35A8BCBA-7C4A-4E3E-9A43-F9ED5CEA3154}" dt="2026-10-23T08:11:22.470" v="4143" actId="20577"/>
          <ac:grpSpMkLst>
            <pc:docMk/>
            <pc:sldMk cId="3649513150" sldId="275"/>
            <ac:grpSpMk id="39" creationId="{BFA1354A-B73B-BF37-F1F2-CCEAD3CC8B82}"/>
          </ac:grpSpMkLst>
        </pc:grpChg>
        <pc:grpChg chg="del">
          <ac:chgData name="M. Chaudhry" userId="43e2b3cea5fa3503" providerId="LiveId" clId="{35A8BCBA-7C4A-4E3E-9A43-F9ED5CEA3154}" dt="2026-10-23T07:41:45.896" v="3461" actId="165"/>
          <ac:grpSpMkLst>
            <pc:docMk/>
            <pc:sldMk cId="3649513150" sldId="275"/>
            <ac:grpSpMk id="75" creationId="{904FCB9B-4B4C-153D-093F-CE62F31E9882}"/>
          </ac:grpSpMkLst>
        </pc:grpChg>
        <pc:cxnChg chg="add mod">
          <ac:chgData name="M. Chaudhry" userId="43e2b3cea5fa3503" providerId="LiveId" clId="{35A8BCBA-7C4A-4E3E-9A43-F9ED5CEA3154}" dt="2026-10-23T08:09:08.939" v="4108" actId="1076"/>
          <ac:cxnSpMkLst>
            <pc:docMk/>
            <pc:sldMk cId="3649513150" sldId="275"/>
            <ac:cxnSpMk id="8" creationId="{C504BFF6-1443-46AF-8E4B-F95C8F2D7A80}"/>
          </ac:cxnSpMkLst>
        </pc:cxnChg>
        <pc:cxnChg chg="del">
          <ac:chgData name="M. Chaudhry" userId="43e2b3cea5fa3503" providerId="LiveId" clId="{35A8BCBA-7C4A-4E3E-9A43-F9ED5CEA3154}" dt="2026-10-23T07:56:25.883" v="3813" actId="478"/>
          <ac:cxnSpMkLst>
            <pc:docMk/>
            <pc:sldMk cId="3649513150" sldId="275"/>
            <ac:cxnSpMk id="34" creationId="{0647C56E-C93F-082D-F9CA-0FE74CE072A8}"/>
          </ac:cxnSpMkLst>
        </pc:cxnChg>
      </pc:sldChg>
      <pc:sldChg chg="addSp modSp new del mod">
        <pc:chgData name="M. Chaudhry" userId="43e2b3cea5fa3503" providerId="LiveId" clId="{35A8BCBA-7C4A-4E3E-9A43-F9ED5CEA3154}" dt="2026-10-23T07:17:25.323" v="3322" actId="2696"/>
        <pc:sldMkLst>
          <pc:docMk/>
          <pc:sldMk cId="3795244622" sldId="275"/>
        </pc:sldMkLst>
        <pc:spChg chg="add mod">
          <ac:chgData name="M. Chaudhry" userId="43e2b3cea5fa3503" providerId="LiveId" clId="{35A8BCBA-7C4A-4E3E-9A43-F9ED5CEA3154}" dt="2026-10-22T10:45:26.425" v="2626" actId="20577"/>
          <ac:spMkLst>
            <pc:docMk/>
            <pc:sldMk cId="3795244622" sldId="275"/>
            <ac:spMk id="2" creationId="{7735DB41-6E96-C750-F459-61CDA01AADEE}"/>
          </ac:spMkLst>
        </pc:spChg>
      </pc:sldChg>
      <pc:sldChg chg="addSp delSp modSp add mod">
        <pc:chgData name="M. Chaudhry" userId="43e2b3cea5fa3503" providerId="LiveId" clId="{35A8BCBA-7C4A-4E3E-9A43-F9ED5CEA3154}" dt="2026-10-23T08:40:40.691" v="4311" actId="1076"/>
        <pc:sldMkLst>
          <pc:docMk/>
          <pc:sldMk cId="1364825517" sldId="276"/>
        </pc:sldMkLst>
        <pc:spChg chg="add mod">
          <ac:chgData name="M. Chaudhry" userId="43e2b3cea5fa3503" providerId="LiveId" clId="{35A8BCBA-7C4A-4E3E-9A43-F9ED5CEA3154}" dt="2026-10-23T08:17:16.799" v="4250" actId="113"/>
          <ac:spMkLst>
            <pc:docMk/>
            <pc:sldMk cId="1364825517" sldId="276"/>
            <ac:spMk id="4" creationId="{C48D40C1-C64D-E3AC-0060-D5D5846E7412}"/>
          </ac:spMkLst>
        </pc:spChg>
        <pc:spChg chg="del">
          <ac:chgData name="M. Chaudhry" userId="43e2b3cea5fa3503" providerId="LiveId" clId="{35A8BCBA-7C4A-4E3E-9A43-F9ED5CEA3154}" dt="2026-10-23T07:59:59.506" v="3878" actId="478"/>
          <ac:spMkLst>
            <pc:docMk/>
            <pc:sldMk cId="1364825517" sldId="276"/>
            <ac:spMk id="6" creationId="{427899E8-E82B-BCBA-1379-B60D722EC789}"/>
          </ac:spMkLst>
        </pc:spChg>
        <pc:spChg chg="add mod">
          <ac:chgData name="M. Chaudhry" userId="43e2b3cea5fa3503" providerId="LiveId" clId="{35A8BCBA-7C4A-4E3E-9A43-F9ED5CEA3154}" dt="2026-10-23T08:16:22.050" v="4196" actId="1076"/>
          <ac:spMkLst>
            <pc:docMk/>
            <pc:sldMk cId="1364825517" sldId="276"/>
            <ac:spMk id="11" creationId="{AEE02627-870D-8DF5-4753-BB1811BEFF67}"/>
          </ac:spMkLst>
        </pc:spChg>
        <pc:spChg chg="mod">
          <ac:chgData name="M. Chaudhry" userId="43e2b3cea5fa3503" providerId="LiveId" clId="{35A8BCBA-7C4A-4E3E-9A43-F9ED5CEA3154}" dt="2026-10-23T08:40:32.767" v="4310" actId="20577"/>
          <ac:spMkLst>
            <pc:docMk/>
            <pc:sldMk cId="1364825517" sldId="276"/>
            <ac:spMk id="18" creationId="{4CEEAE4C-3A09-6CD0-5BB2-252DBD6D0CCD}"/>
          </ac:spMkLst>
        </pc:spChg>
        <pc:spChg chg="mod">
          <ac:chgData name="M. Chaudhry" userId="43e2b3cea5fa3503" providerId="LiveId" clId="{35A8BCBA-7C4A-4E3E-9A43-F9ED5CEA3154}" dt="2026-10-23T08:40:32.767" v="4310" actId="20577"/>
          <ac:spMkLst>
            <pc:docMk/>
            <pc:sldMk cId="1364825517" sldId="276"/>
            <ac:spMk id="20" creationId="{91A38BE0-B449-F898-997D-03183B862AB5}"/>
          </ac:spMkLst>
        </pc:spChg>
        <pc:spChg chg="mod">
          <ac:chgData name="M. Chaudhry" userId="43e2b3cea5fa3503" providerId="LiveId" clId="{35A8BCBA-7C4A-4E3E-9A43-F9ED5CEA3154}" dt="2026-10-23T08:40:32.767" v="4310" actId="20577"/>
          <ac:spMkLst>
            <pc:docMk/>
            <pc:sldMk cId="1364825517" sldId="276"/>
            <ac:spMk id="22" creationId="{F846AB84-4E41-4137-820E-DAA02FB7111F}"/>
          </ac:spMkLst>
        </pc:spChg>
        <pc:spChg chg="mod">
          <ac:chgData name="M. Chaudhry" userId="43e2b3cea5fa3503" providerId="LiveId" clId="{35A8BCBA-7C4A-4E3E-9A43-F9ED5CEA3154}" dt="2026-10-23T08:40:32.767" v="4310" actId="20577"/>
          <ac:spMkLst>
            <pc:docMk/>
            <pc:sldMk cId="1364825517" sldId="276"/>
            <ac:spMk id="24" creationId="{2952028B-AA97-1460-4419-6B998A9FBCD8}"/>
          </ac:spMkLst>
        </pc:spChg>
        <pc:spChg chg="mod">
          <ac:chgData name="M. Chaudhry" userId="43e2b3cea5fa3503" providerId="LiveId" clId="{35A8BCBA-7C4A-4E3E-9A43-F9ED5CEA3154}" dt="2026-10-23T08:40:32.767" v="4310" actId="20577"/>
          <ac:spMkLst>
            <pc:docMk/>
            <pc:sldMk cId="1364825517" sldId="276"/>
            <ac:spMk id="26" creationId="{6B4B5669-1A8D-D943-326B-6D4BA6DD3BA0}"/>
          </ac:spMkLst>
        </pc:spChg>
        <pc:spChg chg="add del">
          <ac:chgData name="M. Chaudhry" userId="43e2b3cea5fa3503" providerId="LiveId" clId="{35A8BCBA-7C4A-4E3E-9A43-F9ED5CEA3154}" dt="2026-10-23T08:03:11.692" v="4024" actId="11529"/>
          <ac:spMkLst>
            <pc:docMk/>
            <pc:sldMk cId="1364825517" sldId="276"/>
            <ac:spMk id="27" creationId="{56614E05-EDEA-82F0-C446-1188B39BEB25}"/>
          </ac:spMkLst>
        </pc:spChg>
        <pc:spChg chg="mod">
          <ac:chgData name="M. Chaudhry" userId="43e2b3cea5fa3503" providerId="LiveId" clId="{35A8BCBA-7C4A-4E3E-9A43-F9ED5CEA3154}" dt="2026-10-23T08:14:52.599" v="4177" actId="1036"/>
          <ac:spMkLst>
            <pc:docMk/>
            <pc:sldMk cId="1364825517" sldId="276"/>
            <ac:spMk id="28" creationId="{8A4841A6-1C7D-3290-401F-D9C144C0441E}"/>
          </ac:spMkLst>
        </pc:spChg>
        <pc:spChg chg="mod">
          <ac:chgData name="M. Chaudhry" userId="43e2b3cea5fa3503" providerId="LiveId" clId="{35A8BCBA-7C4A-4E3E-9A43-F9ED5CEA3154}" dt="2026-10-23T08:23:09.937" v="4293" actId="20577"/>
          <ac:spMkLst>
            <pc:docMk/>
            <pc:sldMk cId="1364825517" sldId="276"/>
            <ac:spMk id="29" creationId="{3FE627A0-62DC-00FB-A27B-7A82C3ADED44}"/>
          </ac:spMkLst>
        </pc:spChg>
        <pc:spChg chg="mod">
          <ac:chgData name="M. Chaudhry" userId="43e2b3cea5fa3503" providerId="LiveId" clId="{35A8BCBA-7C4A-4E3E-9A43-F9ED5CEA3154}" dt="2026-10-23T08:14:52.599" v="4177" actId="1036"/>
          <ac:spMkLst>
            <pc:docMk/>
            <pc:sldMk cId="1364825517" sldId="276"/>
            <ac:spMk id="30" creationId="{A7D6D62F-630B-5552-411F-92E33D690D21}"/>
          </ac:spMkLst>
        </pc:spChg>
        <pc:spChg chg="mod">
          <ac:chgData name="M. Chaudhry" userId="43e2b3cea5fa3503" providerId="LiveId" clId="{35A8BCBA-7C4A-4E3E-9A43-F9ED5CEA3154}" dt="2026-10-23T08:15:11.923" v="4179" actId="1035"/>
          <ac:spMkLst>
            <pc:docMk/>
            <pc:sldMk cId="1364825517" sldId="276"/>
            <ac:spMk id="32" creationId="{BFA5A1D4-4EFC-70B1-B28F-4BF60A156CB5}"/>
          </ac:spMkLst>
        </pc:spChg>
        <pc:spChg chg="mod">
          <ac:chgData name="M. Chaudhry" userId="43e2b3cea5fa3503" providerId="LiveId" clId="{35A8BCBA-7C4A-4E3E-9A43-F9ED5CEA3154}" dt="2026-10-23T08:40:32.767" v="4310" actId="20577"/>
          <ac:spMkLst>
            <pc:docMk/>
            <pc:sldMk cId="1364825517" sldId="276"/>
            <ac:spMk id="33" creationId="{400863A0-CDD6-90BC-BB9C-0A020D2D75E6}"/>
          </ac:spMkLst>
        </pc:spChg>
        <pc:spChg chg="add mod ord">
          <ac:chgData name="M. Chaudhry" userId="43e2b3cea5fa3503" providerId="LiveId" clId="{35A8BCBA-7C4A-4E3E-9A43-F9ED5CEA3154}" dt="2026-10-23T08:14:52.599" v="4177" actId="1036"/>
          <ac:spMkLst>
            <pc:docMk/>
            <pc:sldMk cId="1364825517" sldId="276"/>
            <ac:spMk id="34" creationId="{66B1A505-A824-A5C7-80F8-CC345E95A9F6}"/>
          </ac:spMkLst>
        </pc:spChg>
        <pc:spChg chg="mod">
          <ac:chgData name="M. Chaudhry" userId="43e2b3cea5fa3503" providerId="LiveId" clId="{35A8BCBA-7C4A-4E3E-9A43-F9ED5CEA3154}" dt="2026-10-23T08:40:32.767" v="4310" actId="20577"/>
          <ac:spMkLst>
            <pc:docMk/>
            <pc:sldMk cId="1364825517" sldId="276"/>
            <ac:spMk id="36" creationId="{AA2E329E-6674-4C97-7868-C402325A9661}"/>
          </ac:spMkLst>
        </pc:spChg>
        <pc:spChg chg="add mod ord">
          <ac:chgData name="M. Chaudhry" userId="43e2b3cea5fa3503" providerId="LiveId" clId="{35A8BCBA-7C4A-4E3E-9A43-F9ED5CEA3154}" dt="2026-10-23T08:14:52.599" v="4177" actId="1036"/>
          <ac:spMkLst>
            <pc:docMk/>
            <pc:sldMk cId="1364825517" sldId="276"/>
            <ac:spMk id="37" creationId="{6F32B7B2-7C3E-967A-7CCB-261898F0B18A}"/>
          </ac:spMkLst>
        </pc:spChg>
        <pc:spChg chg="mod">
          <ac:chgData name="M. Chaudhry" userId="43e2b3cea5fa3503" providerId="LiveId" clId="{35A8BCBA-7C4A-4E3E-9A43-F9ED5CEA3154}" dt="2026-10-23T08:40:32.767" v="4310" actId="20577"/>
          <ac:spMkLst>
            <pc:docMk/>
            <pc:sldMk cId="1364825517" sldId="276"/>
            <ac:spMk id="38" creationId="{C9358936-60F4-D541-A115-BB2D04A393DD}"/>
          </ac:spMkLst>
        </pc:spChg>
        <pc:spChg chg="mod">
          <ac:chgData name="M. Chaudhry" userId="43e2b3cea5fa3503" providerId="LiveId" clId="{35A8BCBA-7C4A-4E3E-9A43-F9ED5CEA3154}" dt="2026-10-23T08:08:12.778" v="4097" actId="20577"/>
          <ac:spMkLst>
            <pc:docMk/>
            <pc:sldMk cId="1364825517" sldId="276"/>
            <ac:spMk id="40" creationId="{EE7D56C9-927B-F777-6CA3-E5385264AE04}"/>
          </ac:spMkLst>
        </pc:spChg>
        <pc:spChg chg="add del mod">
          <ac:chgData name="M. Chaudhry" userId="43e2b3cea5fa3503" providerId="LiveId" clId="{35A8BCBA-7C4A-4E3E-9A43-F9ED5CEA3154}" dt="2026-10-23T08:05:13.325" v="4062" actId="478"/>
          <ac:spMkLst>
            <pc:docMk/>
            <pc:sldMk cId="1364825517" sldId="276"/>
            <ac:spMk id="44" creationId="{8A69F103-A037-693D-BB61-2E24E0D36140}"/>
          </ac:spMkLst>
        </pc:spChg>
        <pc:spChg chg="mod">
          <ac:chgData name="M. Chaudhry" userId="43e2b3cea5fa3503" providerId="LiveId" clId="{35A8BCBA-7C4A-4E3E-9A43-F9ED5CEA3154}" dt="2026-10-23T08:14:52.599" v="4177" actId="1036"/>
          <ac:spMkLst>
            <pc:docMk/>
            <pc:sldMk cId="1364825517" sldId="276"/>
            <ac:spMk id="45" creationId="{09FF80C8-0333-45DA-7D4B-1B09F1D1906D}"/>
          </ac:spMkLst>
        </pc:spChg>
        <pc:spChg chg="mod">
          <ac:chgData name="M. Chaudhry" userId="43e2b3cea5fa3503" providerId="LiveId" clId="{35A8BCBA-7C4A-4E3E-9A43-F9ED5CEA3154}" dt="2026-10-23T08:08:12.778" v="4097" actId="20577"/>
          <ac:spMkLst>
            <pc:docMk/>
            <pc:sldMk cId="1364825517" sldId="276"/>
            <ac:spMk id="46" creationId="{6C8FDA84-6402-3458-6C73-6B74470CA508}"/>
          </ac:spMkLst>
        </pc:spChg>
        <pc:spChg chg="add mod">
          <ac:chgData name="M. Chaudhry" userId="43e2b3cea5fa3503" providerId="LiveId" clId="{35A8BCBA-7C4A-4E3E-9A43-F9ED5CEA3154}" dt="2026-10-23T08:14:24.391" v="4164" actId="164"/>
          <ac:spMkLst>
            <pc:docMk/>
            <pc:sldMk cId="1364825517" sldId="276"/>
            <ac:spMk id="51" creationId="{E4CA0936-BBA1-3B67-1E1F-39C5575984ED}"/>
          </ac:spMkLst>
        </pc:spChg>
        <pc:spChg chg="add mod">
          <ac:chgData name="M. Chaudhry" userId="43e2b3cea5fa3503" providerId="LiveId" clId="{35A8BCBA-7C4A-4E3E-9A43-F9ED5CEA3154}" dt="2026-10-23T08:14:24.391" v="4164" actId="164"/>
          <ac:spMkLst>
            <pc:docMk/>
            <pc:sldMk cId="1364825517" sldId="276"/>
            <ac:spMk id="57" creationId="{238F945A-9980-C363-1B68-1DF9919B9B63}"/>
          </ac:spMkLst>
        </pc:spChg>
        <pc:spChg chg="add mod">
          <ac:chgData name="M. Chaudhry" userId="43e2b3cea5fa3503" providerId="LiveId" clId="{35A8BCBA-7C4A-4E3E-9A43-F9ED5CEA3154}" dt="2026-10-23T08:14:24.391" v="4164" actId="164"/>
          <ac:spMkLst>
            <pc:docMk/>
            <pc:sldMk cId="1364825517" sldId="276"/>
            <ac:spMk id="59" creationId="{B5D15EF9-00D2-CA52-1A31-1FFCC1AD8EB1}"/>
          </ac:spMkLst>
        </pc:spChg>
        <pc:spChg chg="add mod">
          <ac:chgData name="M. Chaudhry" userId="43e2b3cea5fa3503" providerId="LiveId" clId="{35A8BCBA-7C4A-4E3E-9A43-F9ED5CEA3154}" dt="2026-10-23T08:14:24.391" v="4164" actId="164"/>
          <ac:spMkLst>
            <pc:docMk/>
            <pc:sldMk cId="1364825517" sldId="276"/>
            <ac:spMk id="61" creationId="{03FA3C42-26BE-A09A-F7FD-8D26AA4A21A7}"/>
          </ac:spMkLst>
        </pc:spChg>
        <pc:spChg chg="mod">
          <ac:chgData name="M. Chaudhry" userId="43e2b3cea5fa3503" providerId="LiveId" clId="{35A8BCBA-7C4A-4E3E-9A43-F9ED5CEA3154}" dt="2026-10-23T08:08:12.778" v="4097" actId="20577"/>
          <ac:spMkLst>
            <pc:docMk/>
            <pc:sldMk cId="1364825517" sldId="276"/>
            <ac:spMk id="62" creationId="{722D6C24-3F54-846B-AD00-3A45AB39D8E6}"/>
          </ac:spMkLst>
        </pc:spChg>
        <pc:spChg chg="mod">
          <ac:chgData name="M. Chaudhry" userId="43e2b3cea5fa3503" providerId="LiveId" clId="{35A8BCBA-7C4A-4E3E-9A43-F9ED5CEA3154}" dt="2026-10-23T08:08:12.778" v="4097" actId="20577"/>
          <ac:spMkLst>
            <pc:docMk/>
            <pc:sldMk cId="1364825517" sldId="276"/>
            <ac:spMk id="64" creationId="{97BA6FD4-DD1F-4E5D-F020-DC1A6C18CBB1}"/>
          </ac:spMkLst>
        </pc:spChg>
        <pc:spChg chg="mod">
          <ac:chgData name="M. Chaudhry" userId="43e2b3cea5fa3503" providerId="LiveId" clId="{35A8BCBA-7C4A-4E3E-9A43-F9ED5CEA3154}" dt="2026-10-23T08:08:12.778" v="4097" actId="20577"/>
          <ac:spMkLst>
            <pc:docMk/>
            <pc:sldMk cId="1364825517" sldId="276"/>
            <ac:spMk id="66" creationId="{33BA3F70-D8F0-5866-D347-D9E9A0A1B1C1}"/>
          </ac:spMkLst>
        </pc:spChg>
        <pc:spChg chg="mod">
          <ac:chgData name="M. Chaudhry" userId="43e2b3cea5fa3503" providerId="LiveId" clId="{35A8BCBA-7C4A-4E3E-9A43-F9ED5CEA3154}" dt="2026-10-23T08:08:12.778" v="4097" actId="20577"/>
          <ac:spMkLst>
            <pc:docMk/>
            <pc:sldMk cId="1364825517" sldId="276"/>
            <ac:spMk id="68" creationId="{DD8DFAB3-886E-F898-1A93-6D57CE71428A}"/>
          </ac:spMkLst>
        </pc:spChg>
        <pc:spChg chg="mod">
          <ac:chgData name="M. Chaudhry" userId="43e2b3cea5fa3503" providerId="LiveId" clId="{35A8BCBA-7C4A-4E3E-9A43-F9ED5CEA3154}" dt="2026-10-23T08:10:09.444" v="4124" actId="1038"/>
          <ac:spMkLst>
            <pc:docMk/>
            <pc:sldMk cId="1364825517" sldId="276"/>
            <ac:spMk id="70" creationId="{943560B7-6BB7-E8DF-6C2D-3FDDE0F13732}"/>
          </ac:spMkLst>
        </pc:spChg>
        <pc:spChg chg="mod">
          <ac:chgData name="M. Chaudhry" userId="43e2b3cea5fa3503" providerId="LiveId" clId="{35A8BCBA-7C4A-4E3E-9A43-F9ED5CEA3154}" dt="2026-10-23T08:10:09.444" v="4124" actId="1038"/>
          <ac:spMkLst>
            <pc:docMk/>
            <pc:sldMk cId="1364825517" sldId="276"/>
            <ac:spMk id="72" creationId="{3AA26583-8A0C-56B1-6286-062E0C0CE22F}"/>
          </ac:spMkLst>
        </pc:spChg>
        <pc:spChg chg="mod">
          <ac:chgData name="M. Chaudhry" userId="43e2b3cea5fa3503" providerId="LiveId" clId="{35A8BCBA-7C4A-4E3E-9A43-F9ED5CEA3154}" dt="2026-10-23T08:40:32.767" v="4310" actId="20577"/>
          <ac:spMkLst>
            <pc:docMk/>
            <pc:sldMk cId="1364825517" sldId="276"/>
            <ac:spMk id="74" creationId="{EE97B7E9-4A1F-C63D-D0B6-13BE543E9966}"/>
          </ac:spMkLst>
        </pc:spChg>
        <pc:spChg chg="mod">
          <ac:chgData name="M. Chaudhry" userId="43e2b3cea5fa3503" providerId="LiveId" clId="{35A8BCBA-7C4A-4E3E-9A43-F9ED5CEA3154}" dt="2026-10-23T08:08:55.799" v="4106" actId="20577"/>
          <ac:spMkLst>
            <pc:docMk/>
            <pc:sldMk cId="1364825517" sldId="276"/>
            <ac:spMk id="77" creationId="{BAC45938-8616-C7CA-27C6-83263FB2F3C2}"/>
          </ac:spMkLst>
        </pc:spChg>
        <pc:spChg chg="add del">
          <ac:chgData name="M. Chaudhry" userId="43e2b3cea5fa3503" providerId="LiveId" clId="{35A8BCBA-7C4A-4E3E-9A43-F9ED5CEA3154}" dt="2026-10-23T08:16:22.432" v="4197" actId="22"/>
          <ac:spMkLst>
            <pc:docMk/>
            <pc:sldMk cId="1364825517" sldId="276"/>
            <ac:spMk id="79" creationId="{076023DA-4072-CB1C-93A9-D9060AB328A4}"/>
          </ac:spMkLst>
        </pc:spChg>
        <pc:spChg chg="add mod">
          <ac:chgData name="M. Chaudhry" userId="43e2b3cea5fa3503" providerId="LiveId" clId="{35A8BCBA-7C4A-4E3E-9A43-F9ED5CEA3154}" dt="2026-10-23T08:16:38.455" v="4221" actId="1076"/>
          <ac:spMkLst>
            <pc:docMk/>
            <pc:sldMk cId="1364825517" sldId="276"/>
            <ac:spMk id="81" creationId="{A8FC5FFF-1EEF-820A-37E2-6917B54C35E3}"/>
          </ac:spMkLst>
        </pc:spChg>
        <pc:grpChg chg="mod">
          <ac:chgData name="M. Chaudhry" userId="43e2b3cea5fa3503" providerId="LiveId" clId="{35A8BCBA-7C4A-4E3E-9A43-F9ED5CEA3154}" dt="2026-10-23T08:15:11.923" v="4179" actId="1035"/>
          <ac:grpSpMkLst>
            <pc:docMk/>
            <pc:sldMk cId="1364825517" sldId="276"/>
            <ac:grpSpMk id="13" creationId="{04973E52-DA75-1391-C352-3310242CD5CE}"/>
          </ac:grpSpMkLst>
        </pc:grpChg>
        <pc:grpChg chg="add mod">
          <ac:chgData name="M. Chaudhry" userId="43e2b3cea5fa3503" providerId="LiveId" clId="{35A8BCBA-7C4A-4E3E-9A43-F9ED5CEA3154}" dt="2026-10-23T08:13:18.195" v="4157" actId="14100"/>
          <ac:grpSpMkLst>
            <pc:docMk/>
            <pc:sldMk cId="1364825517" sldId="276"/>
            <ac:grpSpMk id="19" creationId="{A88CA98A-37BF-475C-AB53-7A33CC341E81}"/>
          </ac:grpSpMkLst>
        </pc:grpChg>
        <pc:grpChg chg="mod">
          <ac:chgData name="M. Chaudhry" userId="43e2b3cea5fa3503" providerId="LiveId" clId="{35A8BCBA-7C4A-4E3E-9A43-F9ED5CEA3154}" dt="2026-10-23T08:40:32.767" v="4310" actId="20577"/>
          <ac:grpSpMkLst>
            <pc:docMk/>
            <pc:sldMk cId="1364825517" sldId="276"/>
            <ac:grpSpMk id="39" creationId="{D4C33047-5946-8F1A-0148-1FCCB7B8CC67}"/>
          </ac:grpSpMkLst>
        </pc:grpChg>
        <pc:grpChg chg="add mod">
          <ac:chgData name="M. Chaudhry" userId="43e2b3cea5fa3503" providerId="LiveId" clId="{35A8BCBA-7C4A-4E3E-9A43-F9ED5CEA3154}" dt="2026-10-23T08:15:53.326" v="4192" actId="1035"/>
          <ac:grpSpMkLst>
            <pc:docMk/>
            <pc:sldMk cId="1364825517" sldId="276"/>
            <ac:grpSpMk id="69" creationId="{10D144AF-2401-F4D3-ABC0-37726A4C66E9}"/>
          </ac:grpSpMkLst>
        </pc:grpChg>
        <pc:grpChg chg="add mod">
          <ac:chgData name="M. Chaudhry" userId="43e2b3cea5fa3503" providerId="LiveId" clId="{35A8BCBA-7C4A-4E3E-9A43-F9ED5CEA3154}" dt="2026-10-23T08:16:01.792" v="4193" actId="14100"/>
          <ac:grpSpMkLst>
            <pc:docMk/>
            <pc:sldMk cId="1364825517" sldId="276"/>
            <ac:grpSpMk id="71" creationId="{758C630D-3D6F-CBBB-2AB2-487292933B71}"/>
          </ac:grpSpMkLst>
        </pc:grpChg>
        <pc:cxnChg chg="mod">
          <ac:chgData name="M. Chaudhry" userId="43e2b3cea5fa3503" providerId="LiveId" clId="{35A8BCBA-7C4A-4E3E-9A43-F9ED5CEA3154}" dt="2026-10-23T08:40:40.691" v="4311" actId="1076"/>
          <ac:cxnSpMkLst>
            <pc:docMk/>
            <pc:sldMk cId="1364825517" sldId="276"/>
            <ac:cxnSpMk id="7" creationId="{AF45075C-687E-2397-CCD0-B8E17C1057A4}"/>
          </ac:cxnSpMkLst>
        </pc:cxnChg>
        <pc:cxnChg chg="mod">
          <ac:chgData name="M. Chaudhry" userId="43e2b3cea5fa3503" providerId="LiveId" clId="{35A8BCBA-7C4A-4E3E-9A43-F9ED5CEA3154}" dt="2026-10-23T08:23:09.937" v="4293" actId="20577"/>
          <ac:cxnSpMkLst>
            <pc:docMk/>
            <pc:sldMk cId="1364825517" sldId="276"/>
            <ac:cxnSpMk id="8" creationId="{9ABE2E93-4888-F7FB-DAFF-22BAE08CA93D}"/>
          </ac:cxnSpMkLst>
        </pc:cxnChg>
        <pc:cxnChg chg="mod">
          <ac:chgData name="M. Chaudhry" userId="43e2b3cea5fa3503" providerId="LiveId" clId="{35A8BCBA-7C4A-4E3E-9A43-F9ED5CEA3154}" dt="2026-10-23T08:02:12.262" v="4012" actId="1582"/>
          <ac:cxnSpMkLst>
            <pc:docMk/>
            <pc:sldMk cId="1364825517" sldId="276"/>
            <ac:cxnSpMk id="21" creationId="{548332E2-663F-2F95-F064-96E4B3339120}"/>
          </ac:cxnSpMkLst>
        </pc:cxnChg>
        <pc:cxnChg chg="mod">
          <ac:chgData name="M. Chaudhry" userId="43e2b3cea5fa3503" providerId="LiveId" clId="{35A8BCBA-7C4A-4E3E-9A43-F9ED5CEA3154}" dt="2026-10-23T08:02:12.262" v="4012" actId="1582"/>
          <ac:cxnSpMkLst>
            <pc:docMk/>
            <pc:sldMk cId="1364825517" sldId="276"/>
            <ac:cxnSpMk id="23" creationId="{BFFB9E3B-7913-7B22-8366-415EE07558B5}"/>
          </ac:cxnSpMkLst>
        </pc:cxnChg>
        <pc:cxnChg chg="mod">
          <ac:chgData name="M. Chaudhry" userId="43e2b3cea5fa3503" providerId="LiveId" clId="{35A8BCBA-7C4A-4E3E-9A43-F9ED5CEA3154}" dt="2026-10-23T08:02:12.262" v="4012" actId="1582"/>
          <ac:cxnSpMkLst>
            <pc:docMk/>
            <pc:sldMk cId="1364825517" sldId="276"/>
            <ac:cxnSpMk id="25" creationId="{588B1571-148F-48DC-A67D-00FD5A9C6F99}"/>
          </ac:cxnSpMkLst>
        </pc:cxnChg>
        <pc:cxnChg chg="add del mod">
          <ac:chgData name="M. Chaudhry" userId="43e2b3cea5fa3503" providerId="LiveId" clId="{35A8BCBA-7C4A-4E3E-9A43-F9ED5CEA3154}" dt="2026-10-23T08:15:34.811" v="4182" actId="478"/>
          <ac:cxnSpMkLst>
            <pc:docMk/>
            <pc:sldMk cId="1364825517" sldId="276"/>
            <ac:cxnSpMk id="52" creationId="{489C4880-8032-D41C-7B87-7FB7CEBA81E0}"/>
          </ac:cxnSpMkLst>
        </pc:cxnChg>
        <pc:cxnChg chg="add del mod">
          <ac:chgData name="M. Chaudhry" userId="43e2b3cea5fa3503" providerId="LiveId" clId="{35A8BCBA-7C4A-4E3E-9A43-F9ED5CEA3154}" dt="2026-10-23T08:13:41.022" v="4161" actId="478"/>
          <ac:cxnSpMkLst>
            <pc:docMk/>
            <pc:sldMk cId="1364825517" sldId="276"/>
            <ac:cxnSpMk id="63" creationId="{D5E0F6CD-EF61-FECC-A0C1-FFF6762FEBE8}"/>
          </ac:cxnSpMkLst>
        </pc:cxnChg>
        <pc:cxnChg chg="mod">
          <ac:chgData name="M. Chaudhry" userId="43e2b3cea5fa3503" providerId="LiveId" clId="{35A8BCBA-7C4A-4E3E-9A43-F9ED5CEA3154}" dt="2026-10-23T08:15:36.570" v="4183"/>
          <ac:cxnSpMkLst>
            <pc:docMk/>
            <pc:sldMk cId="1364825517" sldId="276"/>
            <ac:cxnSpMk id="73" creationId="{35E2E9CA-B73C-988B-A812-10F726A33D84}"/>
          </ac:cxnSpMkLst>
        </pc:cxnChg>
        <pc:cxnChg chg="mod">
          <ac:chgData name="M. Chaudhry" userId="43e2b3cea5fa3503" providerId="LiveId" clId="{35A8BCBA-7C4A-4E3E-9A43-F9ED5CEA3154}" dt="2026-10-23T08:15:36.570" v="4183"/>
          <ac:cxnSpMkLst>
            <pc:docMk/>
            <pc:sldMk cId="1364825517" sldId="276"/>
            <ac:cxnSpMk id="75" creationId="{5C1A64D0-9853-2306-7DB6-A49CCE351338}"/>
          </ac:cxnSpMkLst>
        </pc:cxnChg>
        <pc:cxnChg chg="mod">
          <ac:chgData name="M. Chaudhry" userId="43e2b3cea5fa3503" providerId="LiveId" clId="{35A8BCBA-7C4A-4E3E-9A43-F9ED5CEA3154}" dt="2026-10-23T08:15:36.570" v="4183"/>
          <ac:cxnSpMkLst>
            <pc:docMk/>
            <pc:sldMk cId="1364825517" sldId="276"/>
            <ac:cxnSpMk id="76" creationId="{FA4CE297-71FA-8E0F-28EE-A68EB4BEEA9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66D63-9195-4534-80B0-50991949A9AD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7F3A1-0E0A-4B24-BF91-DC3284BDFA8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473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7F3A1-0E0A-4B24-BF91-DC3284BDFA80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638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effectLst/>
              </a:rPr>
              <a:t>\begin{figure}[</a:t>
            </a:r>
            <a:r>
              <a:rPr lang="en-CA" dirty="0" err="1">
                <a:effectLst/>
              </a:rPr>
              <a:t>htbp</a:t>
            </a:r>
            <a:r>
              <a:rPr lang="en-CA" dirty="0">
                <a:effectLst/>
              </a:rPr>
              <a:t>]</a:t>
            </a:r>
          </a:p>
          <a:p>
            <a:r>
              <a:rPr lang="en-CA" dirty="0">
                <a:effectLst/>
              </a:rPr>
              <a:t>\</a:t>
            </a:r>
            <a:r>
              <a:rPr lang="en-CA" dirty="0" err="1">
                <a:effectLst/>
              </a:rPr>
              <a:t>makeflowchart</a:t>
            </a:r>
            <a:r>
              <a:rPr lang="en-CA" dirty="0">
                <a:effectLst/>
              </a:rPr>
              <a:t>{</a:t>
            </a:r>
            <a:r>
              <a:rPr lang="en-CA" dirty="0" err="1">
                <a:effectLst/>
              </a:rPr>
              <a:t>mcmasterred</a:t>
            </a:r>
            <a:r>
              <a:rPr lang="en-CA" dirty="0">
                <a:effectLst/>
              </a:rPr>
              <a:t>}{</a:t>
            </a:r>
            <a:r>
              <a:rPr lang="en-CA" dirty="0" err="1">
                <a:effectLst/>
              </a:rPr>
              <a:t>darkgrey</a:t>
            </a:r>
            <a:r>
              <a:rPr lang="en-CA" dirty="0">
                <a:effectLst/>
              </a:rPr>
              <a:t>}{</a:t>
            </a:r>
            <a:r>
              <a:rPr lang="en-CA" dirty="0" err="1">
                <a:effectLst/>
              </a:rPr>
              <a:t>darkgrey</a:t>
            </a:r>
            <a:r>
              <a:rPr lang="en-CA" dirty="0">
                <a:effectLst/>
              </a:rPr>
              <a:t>}{</a:t>
            </a:r>
            <a:r>
              <a:rPr lang="en-CA" dirty="0" err="1">
                <a:effectLst/>
              </a:rPr>
              <a:t>darkgrey</a:t>
            </a:r>
            <a:r>
              <a:rPr lang="en-CA" dirty="0">
                <a:effectLst/>
              </a:rPr>
              <a:t>}</a:t>
            </a:r>
          </a:p>
          <a:p>
            <a:r>
              <a:rPr lang="en-CA" dirty="0">
                <a:effectLst/>
              </a:rPr>
              <a:t>\</a:t>
            </a:r>
            <a:r>
              <a:rPr lang="en-CA" dirty="0" err="1">
                <a:effectLst/>
              </a:rPr>
              <a:t>vspace</a:t>
            </a:r>
            <a:r>
              <a:rPr lang="en-CA" dirty="0">
                <a:effectLst/>
              </a:rPr>
              <a:t>{-2.5mm}</a:t>
            </a:r>
          </a:p>
          <a:p>
            <a:r>
              <a:rPr lang="en-CA" dirty="0">
                <a:effectLst/>
              </a:rPr>
              <a:t>\</a:t>
            </a:r>
            <a:r>
              <a:rPr lang="en-CA" dirty="0" err="1">
                <a:effectLst/>
              </a:rPr>
              <a:t>noindent</a:t>
            </a:r>
            <a:endParaRPr lang="en-CA" dirty="0">
              <a:effectLst/>
            </a:endParaRPr>
          </a:p>
          <a:p>
            <a:r>
              <a:rPr lang="en-CA" dirty="0">
                <a:effectLst/>
              </a:rPr>
              <a:t>\</a:t>
            </a:r>
            <a:r>
              <a:rPr lang="en-CA" dirty="0" err="1">
                <a:effectLst/>
              </a:rPr>
              <a:t>hspace</a:t>
            </a:r>
            <a:r>
              <a:rPr lang="en-CA" dirty="0">
                <a:effectLst/>
              </a:rPr>
              <a:t>*{-0.027\linewidth}{\color{</a:t>
            </a:r>
            <a:r>
              <a:rPr lang="en-CA" dirty="0" err="1">
                <a:effectLst/>
              </a:rPr>
              <a:t>darkgrey</a:t>
            </a:r>
            <a:r>
              <a:rPr lang="en-CA" dirty="0">
                <a:effectLst/>
              </a:rPr>
              <a:t>}\rule{1.061\linewidth}{1pt}}</a:t>
            </a:r>
          </a:p>
          <a:p>
            <a:r>
              <a:rPr lang="en-CA" dirty="0">
                <a:effectLst/>
              </a:rPr>
              <a:t>\end{figure}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7F3A1-0E0A-4B24-BF91-DC3284BDFA80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3587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C46B3-49AE-B563-ED4B-96A51962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BBA98-52E2-21F1-7728-8A917DFB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A2522-F0F5-BF9B-BFDE-2A3516978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effectLst/>
              </a:rPr>
              <a:t>\begin{figure}[</a:t>
            </a:r>
            <a:r>
              <a:rPr lang="en-CA" dirty="0" err="1">
                <a:effectLst/>
              </a:rPr>
              <a:t>htbp</a:t>
            </a:r>
            <a:r>
              <a:rPr lang="en-CA" dirty="0">
                <a:effectLst/>
              </a:rPr>
              <a:t>]</a:t>
            </a:r>
          </a:p>
          <a:p>
            <a:r>
              <a:rPr lang="en-CA" dirty="0">
                <a:effectLst/>
              </a:rPr>
              <a:t>\</a:t>
            </a:r>
            <a:r>
              <a:rPr lang="en-CA" dirty="0" err="1">
                <a:effectLst/>
              </a:rPr>
              <a:t>makeflowchart</a:t>
            </a:r>
            <a:r>
              <a:rPr lang="en-CA" dirty="0">
                <a:effectLst/>
              </a:rPr>
              <a:t>{</a:t>
            </a:r>
            <a:r>
              <a:rPr lang="en-CA" dirty="0" err="1">
                <a:effectLst/>
              </a:rPr>
              <a:t>mcmasterred</a:t>
            </a:r>
            <a:r>
              <a:rPr lang="en-CA" dirty="0">
                <a:effectLst/>
              </a:rPr>
              <a:t>}{</a:t>
            </a:r>
            <a:r>
              <a:rPr lang="en-CA" dirty="0" err="1">
                <a:effectLst/>
              </a:rPr>
              <a:t>darkgrey</a:t>
            </a:r>
            <a:r>
              <a:rPr lang="en-CA" dirty="0">
                <a:effectLst/>
              </a:rPr>
              <a:t>}{</a:t>
            </a:r>
            <a:r>
              <a:rPr lang="en-CA" dirty="0" err="1">
                <a:effectLst/>
              </a:rPr>
              <a:t>darkgrey</a:t>
            </a:r>
            <a:r>
              <a:rPr lang="en-CA" dirty="0">
                <a:effectLst/>
              </a:rPr>
              <a:t>}{</a:t>
            </a:r>
            <a:r>
              <a:rPr lang="en-CA" dirty="0" err="1">
                <a:effectLst/>
              </a:rPr>
              <a:t>darkgrey</a:t>
            </a:r>
            <a:r>
              <a:rPr lang="en-CA" dirty="0">
                <a:effectLst/>
              </a:rPr>
              <a:t>}</a:t>
            </a:r>
          </a:p>
          <a:p>
            <a:r>
              <a:rPr lang="en-CA" dirty="0">
                <a:effectLst/>
              </a:rPr>
              <a:t>\</a:t>
            </a:r>
            <a:r>
              <a:rPr lang="en-CA" dirty="0" err="1">
                <a:effectLst/>
              </a:rPr>
              <a:t>vspace</a:t>
            </a:r>
            <a:r>
              <a:rPr lang="en-CA" dirty="0">
                <a:effectLst/>
              </a:rPr>
              <a:t>{-2.5mm}</a:t>
            </a:r>
          </a:p>
          <a:p>
            <a:r>
              <a:rPr lang="en-CA" dirty="0">
                <a:effectLst/>
              </a:rPr>
              <a:t>\</a:t>
            </a:r>
            <a:r>
              <a:rPr lang="en-CA" dirty="0" err="1">
                <a:effectLst/>
              </a:rPr>
              <a:t>noindent</a:t>
            </a:r>
            <a:endParaRPr lang="en-CA" dirty="0">
              <a:effectLst/>
            </a:endParaRPr>
          </a:p>
          <a:p>
            <a:r>
              <a:rPr lang="en-CA" dirty="0">
                <a:effectLst/>
              </a:rPr>
              <a:t>\</a:t>
            </a:r>
            <a:r>
              <a:rPr lang="en-CA" dirty="0" err="1">
                <a:effectLst/>
              </a:rPr>
              <a:t>hspace</a:t>
            </a:r>
            <a:r>
              <a:rPr lang="en-CA" dirty="0">
                <a:effectLst/>
              </a:rPr>
              <a:t>*{-0.027\linewidth}{\color{</a:t>
            </a:r>
            <a:r>
              <a:rPr lang="en-CA" dirty="0" err="1">
                <a:effectLst/>
              </a:rPr>
              <a:t>darkgrey</a:t>
            </a:r>
            <a:r>
              <a:rPr lang="en-CA" dirty="0">
                <a:effectLst/>
              </a:rPr>
              <a:t>}\rule{1.061\linewidth}{1pt}}</a:t>
            </a:r>
          </a:p>
          <a:p>
            <a:r>
              <a:rPr lang="en-CA" dirty="0">
                <a:effectLst/>
              </a:rPr>
              <a:t>\end{figure}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B2682-D258-FCB0-123C-CFEF9C4C5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7F3A1-0E0A-4B24-BF91-DC3284BDFA80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3009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A491D-EEB8-E981-F225-5398D008D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45CE2-03C9-2C69-81D0-FDECACAD6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A610F-593F-AEBF-817F-C3F859F0C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D8AF6-A577-1E0F-29E3-B43D79FCC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CC0C8-63EF-9C5B-0D5F-0CA69D0D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2772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EB250-0693-C839-1722-BB53D2F81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78102-AD11-B051-1F4D-FFB93BE29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3CF0-504F-B9D5-8B35-4DBC946E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BC0B0-3675-F29D-CFB2-C2D85A948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23413-C078-BAE7-5F24-F265F5AA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2002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1C8A6-3175-8A24-8C0E-DCA437CA8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87EAA-43A6-CA17-1236-19C0FF8AF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418C8-A1F9-64E2-00F4-26B697FD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D1BA1-CB20-3252-87DB-950332EF4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AFC3E-9E23-D3A4-1AE7-DB118B2C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454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7FE9-A52F-46AF-2CF8-085021D04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38901-D587-62E5-5C72-C33C2B9A0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DABC4-99FD-4359-8408-5DEEAA7E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45189-E27B-59AC-628A-A2945A9AB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58BFA-E19B-3164-71D6-3FD76AE6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5FEDD-390A-5BD5-B524-B6DE9898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264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F413-F1CF-8765-5A83-210AA4C1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49C33-C126-5C9E-2A19-47CD907CF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F76BE-EE7F-3110-9CFD-35EA83B48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ACCA4A-00DD-CB01-C015-2AB519E82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6835BE-79CD-F6CF-6AD9-1E1435D8A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5C796-3A56-7BF9-DA0A-7ADC199C5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7AFFAB-29B7-B432-2D7F-A86EB6CC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041C78-90C2-19CB-DA41-B6B05FBF8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8133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B42B-B62B-080D-ADC9-E3A49E34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622E4-F80D-86E9-29A8-A15CD0874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9282CE-25D8-DD19-7436-A5D9D27A3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EDDDD-FDDC-5A66-9511-75AE7CFD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949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4B0760-5518-3F44-7919-3D643D92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511F4B-F22D-23F4-A6FB-535D582B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592E5-60B4-9F4A-DA8A-FEB8071D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3186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AB593-D307-6BC4-96A2-514288001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8FB3-F9BA-84FF-031E-0C3D88DF1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8E3BC-07C4-F521-8DF9-232277377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55B19-6D5F-A048-AF7E-B16913B03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53C9C-79C3-77B0-2530-A55D35BC6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001AF-7E3B-F3C8-6D5E-115DFB6E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9067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A2B3F-04FF-E2FF-68B3-DA76D127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EF55A1-8271-51A0-3460-5D0AAD9D6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7045A-6FD8-7C63-3895-0DD2B4A18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9BE7A-9CFE-DA5E-B979-57A12EE6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4A463-A428-F524-CBAF-7BAAD585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42386-509A-D537-FA51-34D3B484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942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D12B5-1CFB-F598-A92A-3F0DA31EC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60951-6F3B-DF16-79B5-258530DE9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6A084-E799-CA6B-B129-FF86D5E7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CE048-4320-A1B0-D2FC-8CF45389D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87BB6-3BF1-D36D-798A-368CFD2F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324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BAB71E-8079-DEB9-2258-A3479FC30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5C4B5-272F-0263-913E-B1339C9BF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4799F-5C1D-561D-75A2-A55A35855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FBB64-A0C7-98C4-8422-68B18A23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6AB61-1D4E-9B5D-96F8-6B0E3D5BE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3398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16 - 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2192C-3A69-FE59-73A6-A262DF72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48154" y="6372670"/>
            <a:ext cx="1543668" cy="210061"/>
          </a:xfrm>
          <a:prstGeom prst="rect">
            <a:avLst/>
          </a:prstGeom>
        </p:spPr>
        <p:txBody>
          <a:bodyPr/>
          <a:lstStyle/>
          <a:p>
            <a:fld id="{D2792E9C-7E5E-F14F-B049-5BFE22D713B7}" type="datetime4">
              <a:rPr lang="en-CA" smtClean="0"/>
              <a:t>October 22,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91159-C341-9E42-1ED7-05684802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916" y="6372003"/>
            <a:ext cx="4114169" cy="2266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2A4791-8BB3-D788-EFE9-CDE2FEB0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5543" y="6372000"/>
            <a:ext cx="458159" cy="226690"/>
          </a:xfrm>
          <a:prstGeom prst="rect">
            <a:avLst/>
          </a:prstGeom>
        </p:spPr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0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9253D-C2E5-B27E-4393-363B91A0F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78559-9912-3B46-B1A2-731D02964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92CB4-287A-1F8E-0500-E6F0C10BE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B9AA3-3CE3-41D0-B171-37EF666180F4}" type="datetimeFigureOut">
              <a:rPr lang="en-CA" smtClean="0"/>
              <a:t>2026-10-22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6EF98-A177-3A05-8E1D-57568F342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66705-D44F-BE49-053F-BA6DE6C32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9DBF3-24F1-4841-A52D-289D458698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2586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0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0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0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0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459DC47B-9E75-B1C5-765C-695E8A1C9998}"/>
              </a:ext>
            </a:extLst>
          </p:cNvPr>
          <p:cNvGrpSpPr/>
          <p:nvPr/>
        </p:nvGrpSpPr>
        <p:grpSpPr>
          <a:xfrm>
            <a:off x="1845061" y="1575383"/>
            <a:ext cx="7998107" cy="3392858"/>
            <a:chOff x="1845061" y="1575383"/>
            <a:chExt cx="7998107" cy="33928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029D321-A220-736B-F0E7-A35AF3D04AEF}"/>
                </a:ext>
              </a:extLst>
            </p:cNvPr>
            <p:cNvSpPr>
              <a:spLocks/>
            </p:cNvSpPr>
            <p:nvPr/>
          </p:nvSpPr>
          <p:spPr>
            <a:xfrm>
              <a:off x="1845061" y="1635683"/>
              <a:ext cx="7998107" cy="3332558"/>
            </a:xfrm>
            <a:prstGeom prst="rect">
              <a:avLst/>
            </a:prstGeom>
            <a:ln w="38100">
              <a:solidFill>
                <a:srgbClr val="79003C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95F4FA1-9794-A86B-EDC9-4FCE7DE03309}"/>
                </a:ext>
              </a:extLst>
            </p:cNvPr>
            <p:cNvSpPr/>
            <p:nvPr/>
          </p:nvSpPr>
          <p:spPr>
            <a:xfrm>
              <a:off x="5061236" y="2926439"/>
              <a:ext cx="4118918" cy="418827"/>
            </a:xfrm>
            <a:custGeom>
              <a:avLst/>
              <a:gdLst>
                <a:gd name="csX0" fmla="*/ 0 w 2956560"/>
                <a:gd name="csY0" fmla="*/ 229522 h 311938"/>
                <a:gd name="csX1" fmla="*/ 762000 w 2956560"/>
                <a:gd name="csY1" fmla="*/ 922 h 311938"/>
                <a:gd name="csX2" fmla="*/ 2080260 w 2956560"/>
                <a:gd name="csY2" fmla="*/ 305722 h 311938"/>
                <a:gd name="csX3" fmla="*/ 2956560 w 2956560"/>
                <a:gd name="csY3" fmla="*/ 191422 h 311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56560" h="311938">
                  <a:moveTo>
                    <a:pt x="0" y="229522"/>
                  </a:moveTo>
                  <a:cubicBezTo>
                    <a:pt x="207645" y="108872"/>
                    <a:pt x="415290" y="-11778"/>
                    <a:pt x="762000" y="922"/>
                  </a:cubicBezTo>
                  <a:cubicBezTo>
                    <a:pt x="1108710" y="13622"/>
                    <a:pt x="1714500" y="273972"/>
                    <a:pt x="2080260" y="305722"/>
                  </a:cubicBezTo>
                  <a:cubicBezTo>
                    <a:pt x="2446020" y="337472"/>
                    <a:pt x="2806700" y="239682"/>
                    <a:pt x="2956560" y="191422"/>
                  </a:cubicBezTo>
                </a:path>
              </a:pathLst>
            </a:custGeom>
            <a:ln w="19050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D1DD1B6-5C55-5807-B3FA-621A1B46D2FA}"/>
                    </a:ext>
                  </a:extLst>
                </p:cNvPr>
                <p:cNvSpPr txBox="1"/>
                <p:nvPr/>
              </p:nvSpPr>
              <p:spPr>
                <a:xfrm>
                  <a:off x="2929342" y="1625313"/>
                  <a:ext cx="170789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D1DD1B6-5C55-5807-B3FA-621A1B46D2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9342" y="1625313"/>
                  <a:ext cx="1707897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0B1D3CB-57A6-C83F-B2D0-AEFA0786A906}"/>
                </a:ext>
              </a:extLst>
            </p:cNvPr>
            <p:cNvCxnSpPr/>
            <p:nvPr/>
          </p:nvCxnSpPr>
          <p:spPr>
            <a:xfrm>
              <a:off x="3284864" y="4329440"/>
              <a:ext cx="594951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CE741AF-6FAF-562C-6FD9-6573E2886006}"/>
                    </a:ext>
                  </a:extLst>
                </p:cNvPr>
                <p:cNvSpPr txBox="1"/>
                <p:nvPr/>
              </p:nvSpPr>
              <p:spPr>
                <a:xfrm>
                  <a:off x="3389959" y="4411504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CE741AF-6FAF-562C-6FD9-6573E28860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9959" y="4411504"/>
                  <a:ext cx="877570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48DDDE3-ABAF-1BAF-7C81-A1458FAA776B}"/>
                    </a:ext>
                  </a:extLst>
                </p:cNvPr>
                <p:cNvSpPr txBox="1"/>
                <p:nvPr/>
              </p:nvSpPr>
              <p:spPr>
                <a:xfrm>
                  <a:off x="4592796" y="3401690"/>
                  <a:ext cx="877570" cy="676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48DDDE3-ABAF-1BAF-7C81-A1458FAA7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796" y="3401690"/>
                  <a:ext cx="877570" cy="6766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8B40E8A-4511-1171-C0F9-2CAD623CC473}"/>
                    </a:ext>
                  </a:extLst>
                </p:cNvPr>
                <p:cNvSpPr txBox="1"/>
                <p:nvPr/>
              </p:nvSpPr>
              <p:spPr>
                <a:xfrm>
                  <a:off x="4592796" y="4421303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8B40E8A-4511-1171-C0F9-2CAD623CC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796" y="4421303"/>
                  <a:ext cx="87757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F62B3FC-39E7-8A55-B2DE-DF59B4A3B7AB}"/>
                    </a:ext>
                  </a:extLst>
                </p:cNvPr>
                <p:cNvSpPr txBox="1"/>
                <p:nvPr/>
              </p:nvSpPr>
              <p:spPr>
                <a:xfrm>
                  <a:off x="7550491" y="4405078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F62B3FC-39E7-8A55-B2DE-DF59B4A3B7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0491" y="4405078"/>
                  <a:ext cx="877570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D6BB327-0044-3AED-11C4-CA036DDD1113}"/>
                    </a:ext>
                  </a:extLst>
                </p:cNvPr>
                <p:cNvSpPr txBox="1"/>
                <p:nvPr/>
              </p:nvSpPr>
              <p:spPr>
                <a:xfrm>
                  <a:off x="8822950" y="4379863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D6BB327-0044-3AED-11C4-CA036DDD11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2950" y="4379863"/>
                  <a:ext cx="877570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BA98265-FAC3-B17F-50EB-E4C017C17058}"/>
                    </a:ext>
                  </a:extLst>
                </p:cNvPr>
                <p:cNvSpPr txBox="1"/>
                <p:nvPr/>
              </p:nvSpPr>
              <p:spPr>
                <a:xfrm>
                  <a:off x="5795634" y="4412582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BA98265-FAC3-B17F-50EB-E4C017C170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5634" y="4412582"/>
                  <a:ext cx="877570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F4029F8-324A-354D-30A3-C1819153E4C7}"/>
                    </a:ext>
                  </a:extLst>
                </p:cNvPr>
                <p:cNvSpPr txBox="1"/>
                <p:nvPr/>
              </p:nvSpPr>
              <p:spPr>
                <a:xfrm>
                  <a:off x="5811952" y="3395553"/>
                  <a:ext cx="877570" cy="676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2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F4029F8-324A-354D-30A3-C1819153E4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1952" y="3395553"/>
                  <a:ext cx="877570" cy="67666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F24CE87-5445-594E-583F-70C96EE80EC0}"/>
                    </a:ext>
                  </a:extLst>
                </p:cNvPr>
                <p:cNvSpPr txBox="1"/>
                <p:nvPr/>
              </p:nvSpPr>
              <p:spPr>
                <a:xfrm>
                  <a:off x="7550491" y="3395737"/>
                  <a:ext cx="877570" cy="676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2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F24CE87-5445-594E-583F-70C96EE80E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0491" y="3395737"/>
                  <a:ext cx="877570" cy="67666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1D6FB05-F75F-C5A5-B9DA-56903FA3E285}"/>
                    </a:ext>
                  </a:extLst>
                </p:cNvPr>
                <p:cNvSpPr txBox="1"/>
                <p:nvPr/>
              </p:nvSpPr>
              <p:spPr>
                <a:xfrm>
                  <a:off x="8741369" y="3394454"/>
                  <a:ext cx="877570" cy="676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2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CA" sz="2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1D6FB05-F75F-C5A5-B9DA-56903FA3E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1369" y="3394454"/>
                  <a:ext cx="877570" cy="67666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31C7E70-17CE-9E1F-0C9A-83E5273C5E3D}"/>
                    </a:ext>
                  </a:extLst>
                </p:cNvPr>
                <p:cNvSpPr txBox="1"/>
                <p:nvPr/>
              </p:nvSpPr>
              <p:spPr>
                <a:xfrm>
                  <a:off x="4592796" y="1636399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31C7E70-17CE-9E1F-0C9A-83E5273C5E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796" y="1636399"/>
                  <a:ext cx="877570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C37EB83-4159-4A50-A1AB-EC36DE5F7978}"/>
                    </a:ext>
                  </a:extLst>
                </p:cNvPr>
                <p:cNvSpPr txBox="1"/>
                <p:nvPr/>
              </p:nvSpPr>
              <p:spPr>
                <a:xfrm>
                  <a:off x="8711915" y="1640592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C37EB83-4159-4A50-A1AB-EC36DE5F7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1915" y="1640592"/>
                  <a:ext cx="877570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E4C1865-131A-9D3E-4EFA-6F22162F6055}"/>
                    </a:ext>
                  </a:extLst>
                </p:cNvPr>
                <p:cNvSpPr txBox="1"/>
                <p:nvPr/>
              </p:nvSpPr>
              <p:spPr>
                <a:xfrm>
                  <a:off x="5781829" y="1624656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E4C1865-131A-9D3E-4EFA-6F22162F6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1829" y="1624656"/>
                  <a:ext cx="877570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A46480-1224-650A-16DD-C09A29F5379D}"/>
                    </a:ext>
                  </a:extLst>
                </p:cNvPr>
                <p:cNvSpPr txBox="1"/>
                <p:nvPr/>
              </p:nvSpPr>
              <p:spPr>
                <a:xfrm>
                  <a:off x="7522882" y="1635682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A46480-1224-650A-16DD-C09A29F537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2882" y="1635682"/>
                  <a:ext cx="877570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141E760-7CFE-8593-DCFF-0420B69D768F}"/>
                </a:ext>
              </a:extLst>
            </p:cNvPr>
            <p:cNvCxnSpPr>
              <a:cxnSpLocks/>
              <a:stCxn id="34" idx="4"/>
              <a:endCxn id="40" idx="0"/>
            </p:cNvCxnSpPr>
            <p:nvPr/>
          </p:nvCxnSpPr>
          <p:spPr>
            <a:xfrm>
              <a:off x="5005922" y="2327481"/>
              <a:ext cx="1196659" cy="528608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61269B7-4A3D-505A-3A20-F5E92EB5A28A}"/>
                </a:ext>
              </a:extLst>
            </p:cNvPr>
            <p:cNvCxnSpPr>
              <a:cxnSpLocks/>
              <a:stCxn id="38" idx="0"/>
              <a:endCxn id="34" idx="4"/>
            </p:cNvCxnSpPr>
            <p:nvPr/>
          </p:nvCxnSpPr>
          <p:spPr>
            <a:xfrm flipV="1">
              <a:off x="5005922" y="2327481"/>
              <a:ext cx="0" cy="853108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BA4B3C3-DEE3-5CF4-FDF6-9AEE4130D06B}"/>
                </a:ext>
              </a:extLst>
            </p:cNvPr>
            <p:cNvCxnSpPr>
              <a:cxnSpLocks/>
              <a:stCxn id="33" idx="4"/>
              <a:endCxn id="38" idx="0"/>
            </p:cNvCxnSpPr>
            <p:nvPr/>
          </p:nvCxnSpPr>
          <p:spPr>
            <a:xfrm>
              <a:off x="3804903" y="2320145"/>
              <a:ext cx="1201019" cy="860445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1376EEC-DDF1-BCC9-A5CB-6242689BAB02}"/>
                </a:ext>
              </a:extLst>
            </p:cNvPr>
            <p:cNvSpPr txBox="1"/>
            <p:nvPr/>
          </p:nvSpPr>
          <p:spPr>
            <a:xfrm>
              <a:off x="2307429" y="4077012"/>
              <a:ext cx="1011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dirty="0">
                  <a:solidFill>
                    <a:srgbClr val="79003C"/>
                  </a:solidFill>
                </a:rPr>
                <a:t>Time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D61960-7EA7-AE97-5E69-1ED681135D3C}"/>
                </a:ext>
              </a:extLst>
            </p:cNvPr>
            <p:cNvSpPr txBox="1"/>
            <p:nvPr/>
          </p:nvSpPr>
          <p:spPr>
            <a:xfrm>
              <a:off x="1873247" y="3357009"/>
              <a:ext cx="18646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dirty="0">
                  <a:solidFill>
                    <a:schemeClr val="accent2">
                      <a:lumMod val="50000"/>
                    </a:schemeClr>
                  </a:solidFill>
                </a:rPr>
                <a:t>Predictions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710B57-E53D-4D60-29A3-3969D982C6B7}"/>
                </a:ext>
              </a:extLst>
            </p:cNvPr>
            <p:cNvSpPr txBox="1"/>
            <p:nvPr/>
          </p:nvSpPr>
          <p:spPr>
            <a:xfrm>
              <a:off x="1995525" y="2599318"/>
              <a:ext cx="1488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dirty="0">
                  <a:solidFill>
                    <a:schemeClr val="accent5">
                      <a:lumMod val="50000"/>
                    </a:schemeClr>
                  </a:solidFill>
                </a:rPr>
                <a:t>Decoder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B298986-8CEF-1B29-4DEB-237D6C6476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9808" y="4230992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4FD961C-CACE-80E5-790E-5C194C9FF0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0828" y="4238329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A370C8D-3957-7020-341F-227C9E522F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0526" y="4238329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740D0E4-3AE5-0108-88F8-441F00C64A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7487" y="4230992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56652BA-D126-36B9-9A1E-4E849262F1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1545" y="4218476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58594BB-188F-2CD2-4908-B3C2A5264F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9808" y="2119605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22577F2-3613-447F-3CA5-8E39814B29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0828" y="2126942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7773572-B5B8-AC2D-415F-6BDE5CF9DF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0526" y="2126942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C82E92F-6133-E7C5-7397-9B156C1A3A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7487" y="2119605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47FBB20-91BF-4D0C-4689-5FA1DE0238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1545" y="2107089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E17D8A3-5DD9-08FF-7996-11BEF207E0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0828" y="3180590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5A3EE1B-B6A4-5D42-0850-169F8B3441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0526" y="3231745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83CDE9A-F6D7-9572-80BC-1CC1B05C4E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7487" y="2856090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79FC1FA-4528-D17D-4346-ADEDC7468C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1545" y="3078889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C11FAF1-EBF4-BEFD-781E-0206E7043515}"/>
                    </a:ext>
                  </a:extLst>
                </p:cNvPr>
                <p:cNvSpPr txBox="1"/>
                <p:nvPr/>
              </p:nvSpPr>
              <p:spPr>
                <a:xfrm>
                  <a:off x="6607711" y="4391470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C11FAF1-EBF4-BEFD-781E-0206E70435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7711" y="4391470"/>
                  <a:ext cx="877570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B8F98D6-55ED-9364-ABFA-EA3FB5ADC42A}"/>
                </a:ext>
              </a:extLst>
            </p:cNvPr>
            <p:cNvCxnSpPr>
              <a:cxnSpLocks/>
              <a:stCxn id="40" idx="0"/>
              <a:endCxn id="36" idx="4"/>
            </p:cNvCxnSpPr>
            <p:nvPr/>
          </p:nvCxnSpPr>
          <p:spPr>
            <a:xfrm flipV="1">
              <a:off x="6202581" y="2320145"/>
              <a:ext cx="0" cy="535945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DAC73A1-DFD5-1453-E531-9B8C9D64DB99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7236943" y="2792573"/>
              <a:ext cx="718678" cy="439172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025B871-92ED-5C65-A5E1-A8ACF0792064}"/>
                </a:ext>
              </a:extLst>
            </p:cNvPr>
            <p:cNvCxnSpPr>
              <a:cxnSpLocks/>
              <a:stCxn id="39" idx="0"/>
              <a:endCxn id="35" idx="4"/>
            </p:cNvCxnSpPr>
            <p:nvPr/>
          </p:nvCxnSpPr>
          <p:spPr>
            <a:xfrm flipV="1">
              <a:off x="7955621" y="2327481"/>
              <a:ext cx="0" cy="904264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4ACEDDB-D12F-2A16-8CE3-D4C7DB89AB33}"/>
                </a:ext>
              </a:extLst>
            </p:cNvPr>
            <p:cNvCxnSpPr>
              <a:cxnSpLocks/>
              <a:stCxn id="35" idx="4"/>
              <a:endCxn id="41" idx="0"/>
            </p:cNvCxnSpPr>
            <p:nvPr/>
          </p:nvCxnSpPr>
          <p:spPr>
            <a:xfrm>
              <a:off x="7955621" y="2327481"/>
              <a:ext cx="1201019" cy="751407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AC27ACF-A30B-E18B-041C-D1D39DEA1E9D}"/>
                </a:ext>
              </a:extLst>
            </p:cNvPr>
            <p:cNvCxnSpPr>
              <a:cxnSpLocks/>
              <a:stCxn id="41" idx="0"/>
              <a:endCxn id="37" idx="4"/>
            </p:cNvCxnSpPr>
            <p:nvPr/>
          </p:nvCxnSpPr>
          <p:spPr>
            <a:xfrm flipV="1">
              <a:off x="9156640" y="2307629"/>
              <a:ext cx="0" cy="77126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278FABE-64BB-0BF0-AE95-BA8FC6383300}"/>
                </a:ext>
              </a:extLst>
            </p:cNvPr>
            <p:cNvCxnSpPr>
              <a:cxnSpLocks/>
              <a:stCxn id="36" idx="4"/>
            </p:cNvCxnSpPr>
            <p:nvPr/>
          </p:nvCxnSpPr>
          <p:spPr>
            <a:xfrm>
              <a:off x="6202581" y="2320145"/>
              <a:ext cx="691222" cy="365855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4822E1C-6E97-F1E4-5B03-7879881A9040}"/>
                    </a:ext>
                  </a:extLst>
                </p:cNvPr>
                <p:cNvSpPr txBox="1"/>
                <p:nvPr/>
              </p:nvSpPr>
              <p:spPr>
                <a:xfrm>
                  <a:off x="6619139" y="1575383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4822E1C-6E97-F1E4-5B03-7879881A90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9139" y="1575383"/>
                  <a:ext cx="877570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CC3C0BA-D507-2AAF-48C1-C751F23569D3}"/>
                    </a:ext>
                  </a:extLst>
                </p:cNvPr>
                <p:cNvSpPr txBox="1"/>
                <p:nvPr/>
              </p:nvSpPr>
              <p:spPr>
                <a:xfrm>
                  <a:off x="6810575" y="2383320"/>
                  <a:ext cx="4538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CC3C0BA-D507-2AAF-48C1-C751F2356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0575" y="2383320"/>
                  <a:ext cx="453824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17813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F0A9-29C1-9D5F-65B3-3CF4B24D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FEEC9D14-4C03-A1FF-0FC6-81BF0B73B5C7}"/>
              </a:ext>
            </a:extLst>
          </p:cNvPr>
          <p:cNvGrpSpPr/>
          <p:nvPr/>
        </p:nvGrpSpPr>
        <p:grpSpPr>
          <a:xfrm>
            <a:off x="1845061" y="1575383"/>
            <a:ext cx="7998107" cy="3392858"/>
            <a:chOff x="1845061" y="1575383"/>
            <a:chExt cx="7998107" cy="33928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58BE49-6FAF-804E-746A-3E47082F6BC7}"/>
                </a:ext>
              </a:extLst>
            </p:cNvPr>
            <p:cNvSpPr>
              <a:spLocks/>
            </p:cNvSpPr>
            <p:nvPr/>
          </p:nvSpPr>
          <p:spPr>
            <a:xfrm>
              <a:off x="1845061" y="1635683"/>
              <a:ext cx="7998107" cy="3332558"/>
            </a:xfrm>
            <a:prstGeom prst="rect">
              <a:avLst/>
            </a:prstGeom>
            <a:ln w="3810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68C8239-4EFA-F372-7E5A-2A1820F1F9AA}"/>
                </a:ext>
              </a:extLst>
            </p:cNvPr>
            <p:cNvSpPr/>
            <p:nvPr/>
          </p:nvSpPr>
          <p:spPr>
            <a:xfrm>
              <a:off x="5061236" y="2926439"/>
              <a:ext cx="4118918" cy="418827"/>
            </a:xfrm>
            <a:custGeom>
              <a:avLst/>
              <a:gdLst>
                <a:gd name="csX0" fmla="*/ 0 w 2956560"/>
                <a:gd name="csY0" fmla="*/ 229522 h 311938"/>
                <a:gd name="csX1" fmla="*/ 762000 w 2956560"/>
                <a:gd name="csY1" fmla="*/ 922 h 311938"/>
                <a:gd name="csX2" fmla="*/ 2080260 w 2956560"/>
                <a:gd name="csY2" fmla="*/ 305722 h 311938"/>
                <a:gd name="csX3" fmla="*/ 2956560 w 2956560"/>
                <a:gd name="csY3" fmla="*/ 191422 h 311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56560" h="311938">
                  <a:moveTo>
                    <a:pt x="0" y="229522"/>
                  </a:moveTo>
                  <a:cubicBezTo>
                    <a:pt x="207645" y="108872"/>
                    <a:pt x="415290" y="-11778"/>
                    <a:pt x="762000" y="922"/>
                  </a:cubicBezTo>
                  <a:cubicBezTo>
                    <a:pt x="1108710" y="13622"/>
                    <a:pt x="1714500" y="273972"/>
                    <a:pt x="2080260" y="305722"/>
                  </a:cubicBezTo>
                  <a:cubicBezTo>
                    <a:pt x="2446020" y="337472"/>
                    <a:pt x="2806700" y="239682"/>
                    <a:pt x="2956560" y="191422"/>
                  </a:cubicBezTo>
                </a:path>
              </a:pathLst>
            </a:custGeom>
            <a:ln w="19050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F4D8430-8247-1F5F-86B5-0FF92BF5F5F6}"/>
                    </a:ext>
                  </a:extLst>
                </p:cNvPr>
                <p:cNvSpPr txBox="1"/>
                <p:nvPr/>
              </p:nvSpPr>
              <p:spPr>
                <a:xfrm>
                  <a:off x="2929342" y="1625313"/>
                  <a:ext cx="170789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F4D8430-8247-1F5F-86B5-0FF92BF5F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9342" y="1625313"/>
                  <a:ext cx="1707897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3AE1271-EDF3-CCA2-853D-8930B74FF385}"/>
                </a:ext>
              </a:extLst>
            </p:cNvPr>
            <p:cNvCxnSpPr/>
            <p:nvPr/>
          </p:nvCxnSpPr>
          <p:spPr>
            <a:xfrm>
              <a:off x="3284864" y="4329440"/>
              <a:ext cx="594951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1B53B6F-27E5-CCE9-C724-229719B36052}"/>
                    </a:ext>
                  </a:extLst>
                </p:cNvPr>
                <p:cNvSpPr txBox="1"/>
                <p:nvPr/>
              </p:nvSpPr>
              <p:spPr>
                <a:xfrm>
                  <a:off x="3389959" y="4411504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1B53B6F-27E5-CCE9-C724-229719B360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9959" y="4411504"/>
                  <a:ext cx="877570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0782951-A749-3398-EEB2-21BBB553BACD}"/>
                    </a:ext>
                  </a:extLst>
                </p:cNvPr>
                <p:cNvSpPr txBox="1"/>
                <p:nvPr/>
              </p:nvSpPr>
              <p:spPr>
                <a:xfrm>
                  <a:off x="4592796" y="3401690"/>
                  <a:ext cx="877570" cy="676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0782951-A749-3398-EEB2-21BBB553BA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796" y="3401690"/>
                  <a:ext cx="877570" cy="6766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CD27B71-3623-D741-EC01-4EE082BA2E37}"/>
                    </a:ext>
                  </a:extLst>
                </p:cNvPr>
                <p:cNvSpPr txBox="1"/>
                <p:nvPr/>
              </p:nvSpPr>
              <p:spPr>
                <a:xfrm>
                  <a:off x="4592796" y="4421303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CD27B71-3623-D741-EC01-4EE082BA2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796" y="4421303"/>
                  <a:ext cx="87757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DC9F737-BFA4-8C3C-E75A-EC432A68E057}"/>
                    </a:ext>
                  </a:extLst>
                </p:cNvPr>
                <p:cNvSpPr txBox="1"/>
                <p:nvPr/>
              </p:nvSpPr>
              <p:spPr>
                <a:xfrm>
                  <a:off x="7550491" y="4405078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DC9F737-BFA4-8C3C-E75A-EC432A68E0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0491" y="4405078"/>
                  <a:ext cx="877570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9602DAD-C4D2-1588-C4E6-C6AF93A8200A}"/>
                    </a:ext>
                  </a:extLst>
                </p:cNvPr>
                <p:cNvSpPr txBox="1"/>
                <p:nvPr/>
              </p:nvSpPr>
              <p:spPr>
                <a:xfrm>
                  <a:off x="8822950" y="4379863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9602DAD-C4D2-1588-C4E6-C6AF93A820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2950" y="4379863"/>
                  <a:ext cx="877570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445A29D-C9C7-CBCD-8441-D1F0FD5FF8BE}"/>
                    </a:ext>
                  </a:extLst>
                </p:cNvPr>
                <p:cNvSpPr txBox="1"/>
                <p:nvPr/>
              </p:nvSpPr>
              <p:spPr>
                <a:xfrm>
                  <a:off x="5795634" y="4412582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445A29D-C9C7-CBCD-8441-D1F0FD5FF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5634" y="4412582"/>
                  <a:ext cx="877570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8627270-7C47-DD0F-1A22-6FF059F0D25D}"/>
                    </a:ext>
                  </a:extLst>
                </p:cNvPr>
                <p:cNvSpPr txBox="1"/>
                <p:nvPr/>
              </p:nvSpPr>
              <p:spPr>
                <a:xfrm>
                  <a:off x="5811952" y="3395553"/>
                  <a:ext cx="877570" cy="676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2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8627270-7C47-DD0F-1A22-6FF059F0D2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1952" y="3395553"/>
                  <a:ext cx="877570" cy="67666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9769448-A950-34A8-35BF-3FB06AA5B840}"/>
                    </a:ext>
                  </a:extLst>
                </p:cNvPr>
                <p:cNvSpPr txBox="1"/>
                <p:nvPr/>
              </p:nvSpPr>
              <p:spPr>
                <a:xfrm>
                  <a:off x="7550491" y="3395737"/>
                  <a:ext cx="877570" cy="676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2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9769448-A950-34A8-35BF-3FB06AA5B8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0491" y="3395737"/>
                  <a:ext cx="877570" cy="67666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D62B1C0-EA63-BA29-918A-A08062CDD861}"/>
                    </a:ext>
                  </a:extLst>
                </p:cNvPr>
                <p:cNvSpPr txBox="1"/>
                <p:nvPr/>
              </p:nvSpPr>
              <p:spPr>
                <a:xfrm>
                  <a:off x="8741369" y="3394454"/>
                  <a:ext cx="877570" cy="676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2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CA" sz="2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24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D62B1C0-EA63-BA29-918A-A08062CDD8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1369" y="3394454"/>
                  <a:ext cx="877570" cy="67666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880AC3C-3122-D8C4-3E30-DD267595368A}"/>
                    </a:ext>
                  </a:extLst>
                </p:cNvPr>
                <p:cNvSpPr txBox="1"/>
                <p:nvPr/>
              </p:nvSpPr>
              <p:spPr>
                <a:xfrm>
                  <a:off x="4592796" y="1636399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880AC3C-3122-D8C4-3E30-DD26759536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796" y="1636399"/>
                  <a:ext cx="877570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944C68D-B2F8-918E-E2E0-7501BC774902}"/>
                    </a:ext>
                  </a:extLst>
                </p:cNvPr>
                <p:cNvSpPr txBox="1"/>
                <p:nvPr/>
              </p:nvSpPr>
              <p:spPr>
                <a:xfrm>
                  <a:off x="8711915" y="1640592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944C68D-B2F8-918E-E2E0-7501BC7749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1915" y="1640592"/>
                  <a:ext cx="877570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7E486D4-7069-92B2-6CFA-874A7F89168C}"/>
                    </a:ext>
                  </a:extLst>
                </p:cNvPr>
                <p:cNvSpPr txBox="1"/>
                <p:nvPr/>
              </p:nvSpPr>
              <p:spPr>
                <a:xfrm>
                  <a:off x="5781829" y="1624656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7E486D4-7069-92B2-6CFA-874A7F891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1829" y="1624656"/>
                  <a:ext cx="877570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D254120-DA9D-9D82-B363-4619F45D26B7}"/>
                    </a:ext>
                  </a:extLst>
                </p:cNvPr>
                <p:cNvSpPr txBox="1"/>
                <p:nvPr/>
              </p:nvSpPr>
              <p:spPr>
                <a:xfrm>
                  <a:off x="7522882" y="1635682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D254120-DA9D-9D82-B363-4619F45D26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2882" y="1635682"/>
                  <a:ext cx="877570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3D5CE5-E909-2963-09FF-521D8432BFD6}"/>
                </a:ext>
              </a:extLst>
            </p:cNvPr>
            <p:cNvCxnSpPr>
              <a:cxnSpLocks/>
              <a:stCxn id="34" idx="4"/>
              <a:endCxn id="40" idx="0"/>
            </p:cNvCxnSpPr>
            <p:nvPr/>
          </p:nvCxnSpPr>
          <p:spPr>
            <a:xfrm>
              <a:off x="5005922" y="2327481"/>
              <a:ext cx="1196659" cy="528608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AC8CB04-1A6C-1AAD-A3C8-1CE06804213E}"/>
                </a:ext>
              </a:extLst>
            </p:cNvPr>
            <p:cNvCxnSpPr>
              <a:cxnSpLocks/>
              <a:stCxn id="38" idx="0"/>
              <a:endCxn id="34" idx="4"/>
            </p:cNvCxnSpPr>
            <p:nvPr/>
          </p:nvCxnSpPr>
          <p:spPr>
            <a:xfrm flipV="1">
              <a:off x="5005922" y="2327481"/>
              <a:ext cx="0" cy="853108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C8A9DB0-AB57-BD02-09F9-F11B33FCA59D}"/>
                </a:ext>
              </a:extLst>
            </p:cNvPr>
            <p:cNvCxnSpPr>
              <a:cxnSpLocks/>
              <a:stCxn id="33" idx="4"/>
              <a:endCxn id="38" idx="0"/>
            </p:cNvCxnSpPr>
            <p:nvPr/>
          </p:nvCxnSpPr>
          <p:spPr>
            <a:xfrm>
              <a:off x="3804903" y="2320145"/>
              <a:ext cx="1201019" cy="860445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4AD383F-BB15-AEFA-8511-FBC27AFC4728}"/>
                </a:ext>
              </a:extLst>
            </p:cNvPr>
            <p:cNvSpPr txBox="1"/>
            <p:nvPr/>
          </p:nvSpPr>
          <p:spPr>
            <a:xfrm>
              <a:off x="2307429" y="4077012"/>
              <a:ext cx="1011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dirty="0">
                  <a:solidFill>
                    <a:srgbClr val="79003C"/>
                  </a:solidFill>
                </a:rPr>
                <a:t>Time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1C736EA-9717-9648-E9EA-7EA91717659C}"/>
                </a:ext>
              </a:extLst>
            </p:cNvPr>
            <p:cNvSpPr txBox="1"/>
            <p:nvPr/>
          </p:nvSpPr>
          <p:spPr>
            <a:xfrm>
              <a:off x="1873247" y="3357009"/>
              <a:ext cx="18646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dirty="0">
                  <a:solidFill>
                    <a:schemeClr val="accent2">
                      <a:lumMod val="50000"/>
                    </a:schemeClr>
                  </a:solidFill>
                </a:rPr>
                <a:t>Predictions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8BC853E-816F-BC4C-9798-FD2708D69EBD}"/>
                </a:ext>
              </a:extLst>
            </p:cNvPr>
            <p:cNvSpPr txBox="1"/>
            <p:nvPr/>
          </p:nvSpPr>
          <p:spPr>
            <a:xfrm>
              <a:off x="1995525" y="2599318"/>
              <a:ext cx="1488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dirty="0">
                  <a:solidFill>
                    <a:schemeClr val="accent5">
                      <a:lumMod val="50000"/>
                    </a:schemeClr>
                  </a:solidFill>
                </a:rPr>
                <a:t>Decoder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580AED9-CB37-0D33-F6BE-4E019DA9FB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9808" y="4230992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575D44E-83BC-766E-9653-0926BAEA15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0828" y="4238329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6F1717C-FC4C-F8ED-ADAB-58CC0075DB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0526" y="4238329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97E34E7-63BB-D44C-5FDA-B871079AC1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7487" y="4230992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4930B43-BBFA-14AC-E598-BDA6D58C75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1545" y="4218476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069334A-B4F7-72F8-783D-A63A4A8C8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9808" y="2119605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7C9F2E3-D2C1-87B4-4EE0-3FB27B5964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0828" y="2126942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7A63A8D-0E3C-B1AB-147A-4B164C105F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0526" y="2126942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EBE8492-D7AD-1BE5-E8EE-BE5331E329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7487" y="2119605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9D45344-8D74-3014-CB19-B27E588CD9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1545" y="2107089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B4AE10F-EB9A-F3B5-55AA-A077B8DBD5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0828" y="3180590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2CC8629-C2AE-B12B-17B6-59D7E321B3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0526" y="3231745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FA69B21-F510-10CE-F36F-13DFA24656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7487" y="2856090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3647A1-54A9-0C70-F19A-4222D9CFA9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1545" y="3078889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812450B-D79C-8556-BCB8-AFBB4D6C560C}"/>
                    </a:ext>
                  </a:extLst>
                </p:cNvPr>
                <p:cNvSpPr txBox="1"/>
                <p:nvPr/>
              </p:nvSpPr>
              <p:spPr>
                <a:xfrm>
                  <a:off x="6607711" y="4391470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812450B-D79C-8556-BCB8-AFBB4D6C56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7711" y="4391470"/>
                  <a:ext cx="877570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7E0F5B4-19B2-1D41-F61C-5C098BCDFBE4}"/>
                </a:ext>
              </a:extLst>
            </p:cNvPr>
            <p:cNvCxnSpPr>
              <a:cxnSpLocks/>
              <a:stCxn id="40" idx="0"/>
              <a:endCxn id="36" idx="4"/>
            </p:cNvCxnSpPr>
            <p:nvPr/>
          </p:nvCxnSpPr>
          <p:spPr>
            <a:xfrm flipV="1">
              <a:off x="6202581" y="2320145"/>
              <a:ext cx="0" cy="535945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7F3E840-912A-9FE9-AF4D-E950B346FCB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7236943" y="2792573"/>
              <a:ext cx="718678" cy="439172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8410233-BA2E-D42E-2B28-14D153695E55}"/>
                </a:ext>
              </a:extLst>
            </p:cNvPr>
            <p:cNvCxnSpPr>
              <a:cxnSpLocks/>
              <a:stCxn id="39" idx="0"/>
              <a:endCxn id="35" idx="4"/>
            </p:cNvCxnSpPr>
            <p:nvPr/>
          </p:nvCxnSpPr>
          <p:spPr>
            <a:xfrm flipV="1">
              <a:off x="7955621" y="2327481"/>
              <a:ext cx="0" cy="904264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6CCEAC5-5E12-75B4-0E9B-E93A4CA87035}"/>
                </a:ext>
              </a:extLst>
            </p:cNvPr>
            <p:cNvCxnSpPr>
              <a:cxnSpLocks/>
              <a:stCxn id="35" idx="4"/>
              <a:endCxn id="41" idx="0"/>
            </p:cNvCxnSpPr>
            <p:nvPr/>
          </p:nvCxnSpPr>
          <p:spPr>
            <a:xfrm>
              <a:off x="7955621" y="2327481"/>
              <a:ext cx="1201019" cy="751407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3452C1B-944E-B6D5-6BEF-7D3A95C70BC5}"/>
                </a:ext>
              </a:extLst>
            </p:cNvPr>
            <p:cNvCxnSpPr>
              <a:cxnSpLocks/>
              <a:stCxn id="41" idx="0"/>
              <a:endCxn id="37" idx="4"/>
            </p:cNvCxnSpPr>
            <p:nvPr/>
          </p:nvCxnSpPr>
          <p:spPr>
            <a:xfrm flipV="1">
              <a:off x="9156640" y="2307629"/>
              <a:ext cx="0" cy="77126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98F8AE1-8953-8969-8ADC-46039FC4B07A}"/>
                </a:ext>
              </a:extLst>
            </p:cNvPr>
            <p:cNvCxnSpPr>
              <a:cxnSpLocks/>
              <a:stCxn id="36" idx="4"/>
            </p:cNvCxnSpPr>
            <p:nvPr/>
          </p:nvCxnSpPr>
          <p:spPr>
            <a:xfrm>
              <a:off x="6202581" y="2320145"/>
              <a:ext cx="691222" cy="365855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4C7A261-D0B3-A594-7EEC-6CC5372EAC49}"/>
                    </a:ext>
                  </a:extLst>
                </p:cNvPr>
                <p:cNvSpPr txBox="1"/>
                <p:nvPr/>
              </p:nvSpPr>
              <p:spPr>
                <a:xfrm>
                  <a:off x="6619139" y="1575383"/>
                  <a:ext cx="87757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4C7A261-D0B3-A594-7EEC-6CC5372EAC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9139" y="1575383"/>
                  <a:ext cx="877570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97A93FF-FA46-039E-97A0-8293D755FCC8}"/>
                    </a:ext>
                  </a:extLst>
                </p:cNvPr>
                <p:cNvSpPr txBox="1"/>
                <p:nvPr/>
              </p:nvSpPr>
              <p:spPr>
                <a:xfrm>
                  <a:off x="6810575" y="2383320"/>
                  <a:ext cx="4538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CA" sz="24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97A93FF-FA46-039E-97A0-8293D755F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0575" y="2383320"/>
                  <a:ext cx="453824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8826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6D8BA-45D8-23AC-70FF-4CFE52EC3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E2F72A85-38F4-218A-F5FF-B3F3D996C7B4}"/>
              </a:ext>
            </a:extLst>
          </p:cNvPr>
          <p:cNvSpPr/>
          <p:nvPr/>
        </p:nvSpPr>
        <p:spPr>
          <a:xfrm>
            <a:off x="2787116" y="1169224"/>
            <a:ext cx="1625912" cy="3585656"/>
          </a:xfrm>
          <a:prstGeom prst="rect">
            <a:avLst/>
          </a:prstGeom>
          <a:solidFill>
            <a:schemeClr val="bg2">
              <a:lumMod val="25000"/>
              <a:alpha val="2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B387AF2-949B-AFE4-923E-2C61B4B12C7A}"/>
              </a:ext>
            </a:extLst>
          </p:cNvPr>
          <p:cNvSpPr/>
          <p:nvPr/>
        </p:nvSpPr>
        <p:spPr>
          <a:xfrm>
            <a:off x="5465923" y="1180204"/>
            <a:ext cx="1625912" cy="3585656"/>
          </a:xfrm>
          <a:prstGeom prst="rect">
            <a:avLst/>
          </a:prstGeom>
          <a:solidFill>
            <a:schemeClr val="bg2">
              <a:lumMod val="25000"/>
              <a:alpha val="2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EF3F77-2FAC-2AFD-C54E-EADB58DD6CD5}"/>
              </a:ext>
            </a:extLst>
          </p:cNvPr>
          <p:cNvSpPr>
            <a:spLocks/>
          </p:cNvSpPr>
          <p:nvPr/>
        </p:nvSpPr>
        <p:spPr>
          <a:xfrm>
            <a:off x="973394" y="741000"/>
            <a:ext cx="8042787" cy="4445363"/>
          </a:xfrm>
          <a:prstGeom prst="rect">
            <a:avLst/>
          </a:prstGeom>
          <a:noFill/>
          <a:ln w="38100">
            <a:solidFill>
              <a:srgbClr val="7900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AED487-6039-F70E-12B4-F082C843133D}"/>
              </a:ext>
            </a:extLst>
          </p:cNvPr>
          <p:cNvSpPr/>
          <p:nvPr/>
        </p:nvSpPr>
        <p:spPr>
          <a:xfrm>
            <a:off x="1205649" y="1697417"/>
            <a:ext cx="540000" cy="5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C8BEC3-6125-3CAA-C204-A2D45BAC9C15}"/>
              </a:ext>
            </a:extLst>
          </p:cNvPr>
          <p:cNvSpPr/>
          <p:nvPr/>
        </p:nvSpPr>
        <p:spPr>
          <a:xfrm>
            <a:off x="1205649" y="2653017"/>
            <a:ext cx="540000" cy="5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E96C9A-D7DD-AF7D-427B-CAEF0D12341D}"/>
              </a:ext>
            </a:extLst>
          </p:cNvPr>
          <p:cNvSpPr/>
          <p:nvPr/>
        </p:nvSpPr>
        <p:spPr>
          <a:xfrm>
            <a:off x="1205649" y="3621396"/>
            <a:ext cx="540000" cy="5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AA0CA-C510-23AC-E0EE-5A1D9402D267}"/>
              </a:ext>
            </a:extLst>
          </p:cNvPr>
          <p:cNvSpPr txBox="1"/>
          <p:nvPr/>
        </p:nvSpPr>
        <p:spPr>
          <a:xfrm flipH="1">
            <a:off x="1065749" y="1208552"/>
            <a:ext cx="78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8DE55B-B21F-BA66-92A6-8E0D05A3B3A9}"/>
              </a:ext>
            </a:extLst>
          </p:cNvPr>
          <p:cNvSpPr/>
          <p:nvPr/>
        </p:nvSpPr>
        <p:spPr>
          <a:xfrm>
            <a:off x="2887412" y="1269155"/>
            <a:ext cx="540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E2C44A-4251-0E41-7416-CAD41DA9591A}"/>
              </a:ext>
            </a:extLst>
          </p:cNvPr>
          <p:cNvSpPr/>
          <p:nvPr/>
        </p:nvSpPr>
        <p:spPr>
          <a:xfrm>
            <a:off x="2887412" y="2209722"/>
            <a:ext cx="540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6D3E4-A264-1B8C-C15C-6D2219B07553}"/>
              </a:ext>
            </a:extLst>
          </p:cNvPr>
          <p:cNvSpPr/>
          <p:nvPr/>
        </p:nvSpPr>
        <p:spPr>
          <a:xfrm>
            <a:off x="2887412" y="3150289"/>
            <a:ext cx="540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02788B-3E91-359F-C739-822E80DEC278}"/>
              </a:ext>
            </a:extLst>
          </p:cNvPr>
          <p:cNvSpPr/>
          <p:nvPr/>
        </p:nvSpPr>
        <p:spPr>
          <a:xfrm>
            <a:off x="2887412" y="4086365"/>
            <a:ext cx="540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4776C1-323E-42F9-442F-5BA758E44AC0}"/>
              </a:ext>
            </a:extLst>
          </p:cNvPr>
          <p:cNvCxnSpPr>
            <a:cxnSpLocks/>
            <a:stCxn id="6" idx="6"/>
          </p:cNvCxnSpPr>
          <p:nvPr/>
        </p:nvCxnSpPr>
        <p:spPr>
          <a:xfrm flipV="1">
            <a:off x="1745649" y="1541207"/>
            <a:ext cx="1144996" cy="42621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EF2C2E-0555-CD62-61BE-543B11C46B2B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745649" y="1967417"/>
            <a:ext cx="1135742" cy="50781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40C11D-250A-E37B-E72D-413631FF741B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745649" y="1967417"/>
            <a:ext cx="1147784" cy="14483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69AA7B-AFE9-D044-8F12-48171CAB0CD8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745649" y="1967417"/>
            <a:ext cx="1150391" cy="238894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54420A6-4305-04E0-FE39-49EC800293EA}"/>
              </a:ext>
            </a:extLst>
          </p:cNvPr>
          <p:cNvSpPr txBox="1"/>
          <p:nvPr/>
        </p:nvSpPr>
        <p:spPr>
          <a:xfrm flipH="1">
            <a:off x="3574896" y="833944"/>
            <a:ext cx="2703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Hidden Layers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8EA4AE-842C-0C52-E55B-1EC53432B35A}"/>
              </a:ext>
            </a:extLst>
          </p:cNvPr>
          <p:cNvSpPr/>
          <p:nvPr/>
        </p:nvSpPr>
        <p:spPr>
          <a:xfrm>
            <a:off x="5580361" y="1269155"/>
            <a:ext cx="540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0768CE-AB11-47C8-47A3-D7C8A70D0BBA}"/>
              </a:ext>
            </a:extLst>
          </p:cNvPr>
          <p:cNvSpPr/>
          <p:nvPr/>
        </p:nvSpPr>
        <p:spPr>
          <a:xfrm>
            <a:off x="5580361" y="2209722"/>
            <a:ext cx="540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64D34B-E812-296C-A3A6-8305D7724B2B}"/>
              </a:ext>
            </a:extLst>
          </p:cNvPr>
          <p:cNvSpPr/>
          <p:nvPr/>
        </p:nvSpPr>
        <p:spPr>
          <a:xfrm>
            <a:off x="5580361" y="3150289"/>
            <a:ext cx="540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180770-596F-062E-BC1D-D4941245B95C}"/>
              </a:ext>
            </a:extLst>
          </p:cNvPr>
          <p:cNvSpPr/>
          <p:nvPr/>
        </p:nvSpPr>
        <p:spPr>
          <a:xfrm>
            <a:off x="5580361" y="4086365"/>
            <a:ext cx="540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2C32617-B66F-1FFB-71FB-070A9640C9BD}"/>
              </a:ext>
            </a:extLst>
          </p:cNvPr>
          <p:cNvSpPr/>
          <p:nvPr/>
        </p:nvSpPr>
        <p:spPr>
          <a:xfrm>
            <a:off x="8149246" y="1690042"/>
            <a:ext cx="540000" cy="54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A14208-D635-526E-510E-EE07BF9D8639}"/>
              </a:ext>
            </a:extLst>
          </p:cNvPr>
          <p:cNvSpPr/>
          <p:nvPr/>
        </p:nvSpPr>
        <p:spPr>
          <a:xfrm>
            <a:off x="8149246" y="2645642"/>
            <a:ext cx="540000" cy="54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EBF4D8-C235-E7E6-F302-AC1B82E18613}"/>
              </a:ext>
            </a:extLst>
          </p:cNvPr>
          <p:cNvSpPr/>
          <p:nvPr/>
        </p:nvSpPr>
        <p:spPr>
          <a:xfrm>
            <a:off x="8149246" y="3614021"/>
            <a:ext cx="540000" cy="54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FE0304-FD90-28F9-63E0-2A0A994C2535}"/>
              </a:ext>
            </a:extLst>
          </p:cNvPr>
          <p:cNvSpPr txBox="1"/>
          <p:nvPr/>
        </p:nvSpPr>
        <p:spPr>
          <a:xfrm flipH="1">
            <a:off x="7948965" y="1219532"/>
            <a:ext cx="971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Output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690073-EE86-7D13-FE85-FFB2BAF00AFF}"/>
              </a:ext>
            </a:extLst>
          </p:cNvPr>
          <p:cNvCxnSpPr>
            <a:cxnSpLocks/>
            <a:stCxn id="7" idx="6"/>
          </p:cNvCxnSpPr>
          <p:nvPr/>
        </p:nvCxnSpPr>
        <p:spPr>
          <a:xfrm flipV="1">
            <a:off x="1745649" y="1531639"/>
            <a:ext cx="1149295" cy="139137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DCE833-2F89-EDE7-6297-136380AEA8B2}"/>
              </a:ext>
            </a:extLst>
          </p:cNvPr>
          <p:cNvCxnSpPr>
            <a:cxnSpLocks/>
            <a:stCxn id="7" idx="6"/>
          </p:cNvCxnSpPr>
          <p:nvPr/>
        </p:nvCxnSpPr>
        <p:spPr>
          <a:xfrm flipV="1">
            <a:off x="1745649" y="2475231"/>
            <a:ext cx="1135742" cy="44778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C0F8A88-6532-6A13-B7AC-008A1D9A4679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1745649" y="2923017"/>
            <a:ext cx="1147784" cy="4927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006570-08E5-0BFB-8F63-85E8E0657AFC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1745649" y="2923017"/>
            <a:ext cx="1150391" cy="143334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8117551-F8DE-42DF-FDC7-FB3A61D953CA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1745649" y="1531639"/>
            <a:ext cx="1141763" cy="235975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7ADF98-D21F-8F52-56C0-5240167357AD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1745649" y="2475231"/>
            <a:ext cx="1135742" cy="141616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4B7A4A-9747-0526-BDE0-F64D94C958AC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1745649" y="3415798"/>
            <a:ext cx="1147784" cy="47559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D52CCC7-C2C6-81C9-E81D-4896151A9D01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1745649" y="3891396"/>
            <a:ext cx="1150391" cy="4649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A07AE6A-F2C3-A583-699E-495730E99A1C}"/>
              </a:ext>
            </a:extLst>
          </p:cNvPr>
          <p:cNvCxnSpPr>
            <a:cxnSpLocks/>
          </p:cNvCxnSpPr>
          <p:nvPr/>
        </p:nvCxnSpPr>
        <p:spPr>
          <a:xfrm>
            <a:off x="4296092" y="1539155"/>
            <a:ext cx="1284269" cy="0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8070C66-897C-EC88-F3F3-94B8909AFB6F}"/>
              </a:ext>
            </a:extLst>
          </p:cNvPr>
          <p:cNvCxnSpPr>
            <a:cxnSpLocks/>
          </p:cNvCxnSpPr>
          <p:nvPr/>
        </p:nvCxnSpPr>
        <p:spPr>
          <a:xfrm>
            <a:off x="4296092" y="1539155"/>
            <a:ext cx="1284269" cy="940567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28604C3-ED4D-31AC-5D24-4F88EC9221B4}"/>
              </a:ext>
            </a:extLst>
          </p:cNvPr>
          <p:cNvCxnSpPr>
            <a:cxnSpLocks/>
          </p:cNvCxnSpPr>
          <p:nvPr/>
        </p:nvCxnSpPr>
        <p:spPr>
          <a:xfrm>
            <a:off x="4296092" y="1539155"/>
            <a:ext cx="1284269" cy="1881134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7428D9-0019-CC25-DA26-0EFF20BC5691}"/>
              </a:ext>
            </a:extLst>
          </p:cNvPr>
          <p:cNvCxnSpPr>
            <a:cxnSpLocks/>
          </p:cNvCxnSpPr>
          <p:nvPr/>
        </p:nvCxnSpPr>
        <p:spPr>
          <a:xfrm>
            <a:off x="4296092" y="1539155"/>
            <a:ext cx="1284269" cy="2817210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DC99A6D-560A-E74E-1018-796C39A64A88}"/>
              </a:ext>
            </a:extLst>
          </p:cNvPr>
          <p:cNvCxnSpPr>
            <a:cxnSpLocks/>
          </p:cNvCxnSpPr>
          <p:nvPr/>
        </p:nvCxnSpPr>
        <p:spPr>
          <a:xfrm flipV="1">
            <a:off x="4296092" y="1539155"/>
            <a:ext cx="1284269" cy="940567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86F10BD-E864-F915-563B-F5B3123E52CD}"/>
              </a:ext>
            </a:extLst>
          </p:cNvPr>
          <p:cNvCxnSpPr>
            <a:cxnSpLocks/>
          </p:cNvCxnSpPr>
          <p:nvPr/>
        </p:nvCxnSpPr>
        <p:spPr>
          <a:xfrm>
            <a:off x="4296092" y="2479722"/>
            <a:ext cx="1284269" cy="0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44A93B5-2424-2181-EB5E-7C3E872FF8E5}"/>
              </a:ext>
            </a:extLst>
          </p:cNvPr>
          <p:cNvCxnSpPr>
            <a:cxnSpLocks/>
          </p:cNvCxnSpPr>
          <p:nvPr/>
        </p:nvCxnSpPr>
        <p:spPr>
          <a:xfrm>
            <a:off x="4296092" y="2479722"/>
            <a:ext cx="1284269" cy="940567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B6E9383-FD56-389D-837D-9AA5400FA364}"/>
              </a:ext>
            </a:extLst>
          </p:cNvPr>
          <p:cNvCxnSpPr>
            <a:cxnSpLocks/>
          </p:cNvCxnSpPr>
          <p:nvPr/>
        </p:nvCxnSpPr>
        <p:spPr>
          <a:xfrm>
            <a:off x="4296092" y="2479722"/>
            <a:ext cx="1284269" cy="1876643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450599B-BA20-EAAD-E05B-C7F8F273DCA2}"/>
              </a:ext>
            </a:extLst>
          </p:cNvPr>
          <p:cNvCxnSpPr>
            <a:cxnSpLocks/>
          </p:cNvCxnSpPr>
          <p:nvPr/>
        </p:nvCxnSpPr>
        <p:spPr>
          <a:xfrm flipV="1">
            <a:off x="4296092" y="1539155"/>
            <a:ext cx="1284269" cy="1881134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DAB6DCC-D0C9-351F-8A83-E49BCF9636DD}"/>
              </a:ext>
            </a:extLst>
          </p:cNvPr>
          <p:cNvCxnSpPr>
            <a:cxnSpLocks/>
          </p:cNvCxnSpPr>
          <p:nvPr/>
        </p:nvCxnSpPr>
        <p:spPr>
          <a:xfrm flipV="1">
            <a:off x="4296092" y="2479722"/>
            <a:ext cx="1284269" cy="940567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6E8911E-A9F8-7F48-B173-96730174B561}"/>
              </a:ext>
            </a:extLst>
          </p:cNvPr>
          <p:cNvCxnSpPr>
            <a:cxnSpLocks/>
          </p:cNvCxnSpPr>
          <p:nvPr/>
        </p:nvCxnSpPr>
        <p:spPr>
          <a:xfrm>
            <a:off x="4296092" y="3420289"/>
            <a:ext cx="1284269" cy="0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3628B3-104A-EBCC-24FD-7A7078A4A28A}"/>
              </a:ext>
            </a:extLst>
          </p:cNvPr>
          <p:cNvCxnSpPr>
            <a:cxnSpLocks/>
          </p:cNvCxnSpPr>
          <p:nvPr/>
        </p:nvCxnSpPr>
        <p:spPr>
          <a:xfrm>
            <a:off x="4296092" y="3420289"/>
            <a:ext cx="1284269" cy="936076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76EBB06-B44C-75E8-BE9D-B35EF257BB04}"/>
              </a:ext>
            </a:extLst>
          </p:cNvPr>
          <p:cNvCxnSpPr>
            <a:cxnSpLocks/>
          </p:cNvCxnSpPr>
          <p:nvPr/>
        </p:nvCxnSpPr>
        <p:spPr>
          <a:xfrm flipV="1">
            <a:off x="4296092" y="1539155"/>
            <a:ext cx="1284269" cy="2817210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CB54218-6C0D-4862-21D5-5325EC20EBE9}"/>
              </a:ext>
            </a:extLst>
          </p:cNvPr>
          <p:cNvCxnSpPr>
            <a:cxnSpLocks/>
          </p:cNvCxnSpPr>
          <p:nvPr/>
        </p:nvCxnSpPr>
        <p:spPr>
          <a:xfrm flipV="1">
            <a:off x="4296092" y="2479722"/>
            <a:ext cx="1284269" cy="1876643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E40265A-3BEB-A64D-2E8A-7554FBC3CC05}"/>
              </a:ext>
            </a:extLst>
          </p:cNvPr>
          <p:cNvCxnSpPr>
            <a:cxnSpLocks/>
          </p:cNvCxnSpPr>
          <p:nvPr/>
        </p:nvCxnSpPr>
        <p:spPr>
          <a:xfrm flipV="1">
            <a:off x="4296092" y="3420289"/>
            <a:ext cx="1284269" cy="936076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226171A-57A7-ED49-6B6E-D70FA873EC16}"/>
              </a:ext>
            </a:extLst>
          </p:cNvPr>
          <p:cNvCxnSpPr>
            <a:cxnSpLocks/>
          </p:cNvCxnSpPr>
          <p:nvPr/>
        </p:nvCxnSpPr>
        <p:spPr>
          <a:xfrm>
            <a:off x="4296092" y="4356365"/>
            <a:ext cx="1284269" cy="0"/>
          </a:xfrm>
          <a:prstGeom prst="straightConnector1">
            <a:avLst/>
          </a:prstGeom>
          <a:ln>
            <a:solidFill>
              <a:srgbClr val="8C3EC6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4D1A790-952A-705E-6E3F-CF5B2212E23E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7004281" y="1539155"/>
            <a:ext cx="1144965" cy="42088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FB0440D-C1C0-5417-C152-86C6F3D29BE1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7004281" y="1539155"/>
            <a:ext cx="1144965" cy="137648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8A73AD9-CDF7-7B44-ACAB-2AB5AEE57A2C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004281" y="1539155"/>
            <a:ext cx="1144965" cy="234486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3D81B3C-0230-88AA-F51A-73A8F93AF24F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7004281" y="1960042"/>
            <a:ext cx="1144965" cy="51968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61F9721-0000-D1B5-40A1-6581F69E9969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7004281" y="2479722"/>
            <a:ext cx="1144965" cy="43592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646CD6B-07E1-8C8D-F234-7097ED6DCCB6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004281" y="2479722"/>
            <a:ext cx="1144965" cy="140429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67C72E1-491E-FC05-1DA3-380E48BF2748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7004281" y="1960042"/>
            <a:ext cx="1144965" cy="146024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597FDE1-C2C4-D624-FD1B-48F330B253CE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7004281" y="2915642"/>
            <a:ext cx="1144965" cy="50464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127115C-989C-E4BD-AC6B-6D8093CC7236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004281" y="3420289"/>
            <a:ext cx="1144965" cy="46373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6E72C87-A87A-F7C1-E5B4-A7D1B82A6BA3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7004281" y="1960042"/>
            <a:ext cx="1144965" cy="239632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DD2A26B-A0FD-90D3-6ACB-5C627773C212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7004281" y="2915642"/>
            <a:ext cx="1144965" cy="144072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1A41D3B-6FA8-72CA-F678-C94511410C5D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7004281" y="3884021"/>
            <a:ext cx="1144965" cy="47234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666521BB-991A-0383-3625-C0EA34FB4F32}"/>
              </a:ext>
            </a:extLst>
          </p:cNvPr>
          <p:cNvSpPr/>
          <p:nvPr/>
        </p:nvSpPr>
        <p:spPr>
          <a:xfrm>
            <a:off x="3791821" y="1269155"/>
            <a:ext cx="540000" cy="540000"/>
          </a:xfrm>
          <a:prstGeom prst="ellipse">
            <a:avLst/>
          </a:prstGeom>
          <a:solidFill>
            <a:srgbClr val="C39BE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28CC412-6033-AF75-5B39-F6BCEC438022}"/>
              </a:ext>
            </a:extLst>
          </p:cNvPr>
          <p:cNvSpPr/>
          <p:nvPr/>
        </p:nvSpPr>
        <p:spPr>
          <a:xfrm>
            <a:off x="3791821" y="2209722"/>
            <a:ext cx="540000" cy="540000"/>
          </a:xfrm>
          <a:prstGeom prst="ellipse">
            <a:avLst/>
          </a:prstGeom>
          <a:solidFill>
            <a:srgbClr val="C39BE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74E4671-58B1-2063-2A83-0C7D2A365C34}"/>
              </a:ext>
            </a:extLst>
          </p:cNvPr>
          <p:cNvSpPr/>
          <p:nvPr/>
        </p:nvSpPr>
        <p:spPr>
          <a:xfrm>
            <a:off x="3791821" y="3150289"/>
            <a:ext cx="540000" cy="540000"/>
          </a:xfrm>
          <a:prstGeom prst="ellipse">
            <a:avLst/>
          </a:prstGeom>
          <a:solidFill>
            <a:srgbClr val="C39BE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190309B-54F1-84DA-52A2-0A8CF217A94A}"/>
              </a:ext>
            </a:extLst>
          </p:cNvPr>
          <p:cNvSpPr/>
          <p:nvPr/>
        </p:nvSpPr>
        <p:spPr>
          <a:xfrm>
            <a:off x="3791821" y="4086365"/>
            <a:ext cx="540000" cy="540000"/>
          </a:xfrm>
          <a:prstGeom prst="ellipse">
            <a:avLst/>
          </a:prstGeom>
          <a:solidFill>
            <a:srgbClr val="C39BE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142375D-42FB-0722-9CF6-6A18F6D3A95F}"/>
              </a:ext>
            </a:extLst>
          </p:cNvPr>
          <p:cNvCxnSpPr>
            <a:cxnSpLocks/>
            <a:endCxn id="70" idx="2"/>
          </p:cNvCxnSpPr>
          <p:nvPr/>
        </p:nvCxnSpPr>
        <p:spPr>
          <a:xfrm>
            <a:off x="3427412" y="4356365"/>
            <a:ext cx="364409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A7F6761-65D5-C260-477D-A84EC3E6A14D}"/>
              </a:ext>
            </a:extLst>
          </p:cNvPr>
          <p:cNvCxnSpPr>
            <a:cxnSpLocks/>
            <a:endCxn id="69" idx="2"/>
          </p:cNvCxnSpPr>
          <p:nvPr/>
        </p:nvCxnSpPr>
        <p:spPr>
          <a:xfrm>
            <a:off x="3427412" y="3420289"/>
            <a:ext cx="364409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E787C4A-E7E6-32A8-6B23-89BD58910793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3427412" y="2479722"/>
            <a:ext cx="364409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DE7929D-5721-6E5C-BC85-96BC7D42E59C}"/>
              </a:ext>
            </a:extLst>
          </p:cNvPr>
          <p:cNvCxnSpPr>
            <a:cxnSpLocks/>
            <a:endCxn id="67" idx="2"/>
          </p:cNvCxnSpPr>
          <p:nvPr/>
        </p:nvCxnSpPr>
        <p:spPr>
          <a:xfrm>
            <a:off x="3427412" y="1539155"/>
            <a:ext cx="364409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B1532F47-2CD7-E688-BFFB-C2B7CA82A554}"/>
              </a:ext>
            </a:extLst>
          </p:cNvPr>
          <p:cNvSpPr/>
          <p:nvPr/>
        </p:nvSpPr>
        <p:spPr>
          <a:xfrm>
            <a:off x="6481537" y="1269155"/>
            <a:ext cx="540000" cy="54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CBB1CCA-17CD-B523-13A9-6B7BC1A5A42D}"/>
              </a:ext>
            </a:extLst>
          </p:cNvPr>
          <p:cNvSpPr/>
          <p:nvPr/>
        </p:nvSpPr>
        <p:spPr>
          <a:xfrm>
            <a:off x="6481537" y="2209722"/>
            <a:ext cx="540000" cy="54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EC880A1-E0B6-C121-BD63-54ABED8008F2}"/>
              </a:ext>
            </a:extLst>
          </p:cNvPr>
          <p:cNvSpPr/>
          <p:nvPr/>
        </p:nvSpPr>
        <p:spPr>
          <a:xfrm>
            <a:off x="6481537" y="3150289"/>
            <a:ext cx="540000" cy="54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86489FE-3ED5-B901-D4A1-819B6AAE4EFB}"/>
              </a:ext>
            </a:extLst>
          </p:cNvPr>
          <p:cNvSpPr/>
          <p:nvPr/>
        </p:nvSpPr>
        <p:spPr>
          <a:xfrm>
            <a:off x="6481537" y="4086365"/>
            <a:ext cx="540000" cy="54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F9B497B-1141-1773-77CE-966C5A00D4A6}"/>
              </a:ext>
            </a:extLst>
          </p:cNvPr>
          <p:cNvCxnSpPr>
            <a:cxnSpLocks/>
            <a:endCxn id="86" idx="2"/>
          </p:cNvCxnSpPr>
          <p:nvPr/>
        </p:nvCxnSpPr>
        <p:spPr>
          <a:xfrm>
            <a:off x="6117128" y="4356365"/>
            <a:ext cx="364409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594CC88-8353-A9DB-16B6-5506EA006165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6117128" y="3420289"/>
            <a:ext cx="364409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7FE3EEE-A8FA-5B09-C727-1918F2D6B8B9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6117128" y="2479722"/>
            <a:ext cx="364409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8BCEA7D-BFA8-D213-641C-B3FA5116E5B3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6117128" y="1539155"/>
            <a:ext cx="364409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883E6E5-A969-3A3A-4D64-A39776B3CC39}"/>
              </a:ext>
            </a:extLst>
          </p:cNvPr>
          <p:cNvSpPr txBox="1"/>
          <p:nvPr/>
        </p:nvSpPr>
        <p:spPr>
          <a:xfrm flipH="1">
            <a:off x="2954858" y="4742932"/>
            <a:ext cx="1106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Layer 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28C3FAB-0D1C-82DC-3636-3D5175242055}"/>
              </a:ext>
            </a:extLst>
          </p:cNvPr>
          <p:cNvSpPr txBox="1"/>
          <p:nvPr/>
        </p:nvSpPr>
        <p:spPr>
          <a:xfrm flipH="1">
            <a:off x="5725397" y="4765860"/>
            <a:ext cx="1106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Layer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D303D7-1FE2-432E-1EFE-DC2CD192B600}"/>
              </a:ext>
            </a:extLst>
          </p:cNvPr>
          <p:cNvSpPr txBox="1"/>
          <p:nvPr/>
        </p:nvSpPr>
        <p:spPr>
          <a:xfrm>
            <a:off x="2701562" y="1385185"/>
            <a:ext cx="897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500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BE088-29FC-D675-273C-19E2D05D1C5A}"/>
              </a:ext>
            </a:extLst>
          </p:cNvPr>
          <p:cNvSpPr txBox="1"/>
          <p:nvPr/>
        </p:nvSpPr>
        <p:spPr>
          <a:xfrm>
            <a:off x="2706480" y="2340785"/>
            <a:ext cx="897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500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7BD3A-FC18-673B-F327-DFEC02B3CC03}"/>
              </a:ext>
            </a:extLst>
          </p:cNvPr>
          <p:cNvSpPr txBox="1"/>
          <p:nvPr/>
        </p:nvSpPr>
        <p:spPr>
          <a:xfrm>
            <a:off x="2706480" y="3275815"/>
            <a:ext cx="897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500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DE955D-3A15-26A4-1D82-0C6B3D43C85B}"/>
              </a:ext>
            </a:extLst>
          </p:cNvPr>
          <p:cNvSpPr txBox="1"/>
          <p:nvPr/>
        </p:nvSpPr>
        <p:spPr>
          <a:xfrm>
            <a:off x="2708638" y="4199200"/>
            <a:ext cx="897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500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4F6B0D-0A86-0AEA-9FF6-99CD27B7E274}"/>
              </a:ext>
            </a:extLst>
          </p:cNvPr>
          <p:cNvSpPr txBox="1"/>
          <p:nvPr/>
        </p:nvSpPr>
        <p:spPr>
          <a:xfrm>
            <a:off x="5504558" y="1389829"/>
            <a:ext cx="897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500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DB1DBF-85D0-9952-9501-7744A796BF24}"/>
              </a:ext>
            </a:extLst>
          </p:cNvPr>
          <p:cNvSpPr txBox="1"/>
          <p:nvPr/>
        </p:nvSpPr>
        <p:spPr>
          <a:xfrm>
            <a:off x="5507677" y="2334625"/>
            <a:ext cx="897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500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3D5C39-1241-4274-B8F5-2AB1FF85CF4A}"/>
              </a:ext>
            </a:extLst>
          </p:cNvPr>
          <p:cNvSpPr txBox="1"/>
          <p:nvPr/>
        </p:nvSpPr>
        <p:spPr>
          <a:xfrm>
            <a:off x="5504078" y="3278664"/>
            <a:ext cx="897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500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6654637-9DB5-1B90-819A-6A2293A570A3}"/>
              </a:ext>
            </a:extLst>
          </p:cNvPr>
          <p:cNvSpPr txBox="1"/>
          <p:nvPr/>
        </p:nvSpPr>
        <p:spPr>
          <a:xfrm>
            <a:off x="5506010" y="4202671"/>
            <a:ext cx="897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500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EA4A564-1232-D2A6-79DA-C0D77AF88E64}"/>
              </a:ext>
            </a:extLst>
          </p:cNvPr>
          <p:cNvCxnSpPr>
            <a:cxnSpLocks/>
          </p:cNvCxnSpPr>
          <p:nvPr/>
        </p:nvCxnSpPr>
        <p:spPr>
          <a:xfrm flipV="1">
            <a:off x="3914140" y="1590040"/>
            <a:ext cx="1578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57E7626-9BB3-3B44-6E9A-978060ADBE6F}"/>
              </a:ext>
            </a:extLst>
          </p:cNvPr>
          <p:cNvCxnSpPr>
            <a:cxnSpLocks/>
          </p:cNvCxnSpPr>
          <p:nvPr/>
        </p:nvCxnSpPr>
        <p:spPr>
          <a:xfrm rot="-2700000">
            <a:off x="4034990" y="1515863"/>
            <a:ext cx="208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61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12EC0-11C6-278F-5506-61E544F1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45DA1E90-EC5F-B75C-CFBE-2EE6341906BD}"/>
              </a:ext>
            </a:extLst>
          </p:cNvPr>
          <p:cNvSpPr/>
          <p:nvPr/>
        </p:nvSpPr>
        <p:spPr>
          <a:xfrm>
            <a:off x="2787116" y="1169224"/>
            <a:ext cx="1926196" cy="3585656"/>
          </a:xfrm>
          <a:prstGeom prst="rect">
            <a:avLst/>
          </a:prstGeom>
          <a:solidFill>
            <a:schemeClr val="bg2">
              <a:lumMod val="25000"/>
              <a:alpha val="2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DDE9031-6EA4-C6A2-9A8B-2CF163060E53}"/>
              </a:ext>
            </a:extLst>
          </p:cNvPr>
          <p:cNvSpPr/>
          <p:nvPr/>
        </p:nvSpPr>
        <p:spPr>
          <a:xfrm>
            <a:off x="5770723" y="1180204"/>
            <a:ext cx="1925477" cy="3585656"/>
          </a:xfrm>
          <a:prstGeom prst="rect">
            <a:avLst/>
          </a:prstGeom>
          <a:solidFill>
            <a:schemeClr val="bg2">
              <a:lumMod val="25000"/>
              <a:alpha val="2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59C87D-5375-317E-4B25-6767DC1D1F53}"/>
              </a:ext>
            </a:extLst>
          </p:cNvPr>
          <p:cNvSpPr>
            <a:spLocks/>
          </p:cNvSpPr>
          <p:nvPr/>
        </p:nvSpPr>
        <p:spPr>
          <a:xfrm>
            <a:off x="828675" y="741000"/>
            <a:ext cx="8143875" cy="444536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2ED30F-28C1-8782-7C1C-B4FC98D2EB13}"/>
              </a:ext>
            </a:extLst>
          </p:cNvPr>
          <p:cNvSpPr txBox="1"/>
          <p:nvPr/>
        </p:nvSpPr>
        <p:spPr>
          <a:xfrm flipH="1">
            <a:off x="878937" y="1169224"/>
            <a:ext cx="78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Input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3239AB-CFEB-CFA9-2353-3676E4FC2207}"/>
              </a:ext>
            </a:extLst>
          </p:cNvPr>
          <p:cNvSpPr/>
          <p:nvPr/>
        </p:nvSpPr>
        <p:spPr>
          <a:xfrm>
            <a:off x="2887412" y="1269155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0D1731E-823F-9ABC-5B61-920520848E8C}"/>
              </a:ext>
            </a:extLst>
          </p:cNvPr>
          <p:cNvSpPr/>
          <p:nvPr/>
        </p:nvSpPr>
        <p:spPr>
          <a:xfrm>
            <a:off x="2887412" y="2209722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031959-F26D-74CB-F6E3-FE237FA1C97E}"/>
              </a:ext>
            </a:extLst>
          </p:cNvPr>
          <p:cNvSpPr/>
          <p:nvPr/>
        </p:nvSpPr>
        <p:spPr>
          <a:xfrm>
            <a:off x="2887412" y="3150289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5EA871-B446-B3AE-9D20-1BCBEA18FD2F}"/>
              </a:ext>
            </a:extLst>
          </p:cNvPr>
          <p:cNvSpPr/>
          <p:nvPr/>
        </p:nvSpPr>
        <p:spPr>
          <a:xfrm>
            <a:off x="2887412" y="4086365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862A88-F82C-28EA-F042-3BFD1CB88625}"/>
              </a:ext>
            </a:extLst>
          </p:cNvPr>
          <p:cNvSpPr txBox="1"/>
          <p:nvPr/>
        </p:nvSpPr>
        <p:spPr>
          <a:xfrm flipH="1">
            <a:off x="3574896" y="833944"/>
            <a:ext cx="2703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Hidden Layers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9412B68-FF0F-5DB6-9005-36077FD19741}"/>
              </a:ext>
            </a:extLst>
          </p:cNvPr>
          <p:cNvSpPr/>
          <p:nvPr/>
        </p:nvSpPr>
        <p:spPr>
          <a:xfrm>
            <a:off x="5885161" y="1269155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8808267-82D0-A409-1A6E-38990804AD43}"/>
              </a:ext>
            </a:extLst>
          </p:cNvPr>
          <p:cNvSpPr/>
          <p:nvPr/>
        </p:nvSpPr>
        <p:spPr>
          <a:xfrm>
            <a:off x="5885161" y="2209722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850E813-5BC1-924B-1754-4359646A4C1E}"/>
              </a:ext>
            </a:extLst>
          </p:cNvPr>
          <p:cNvSpPr/>
          <p:nvPr/>
        </p:nvSpPr>
        <p:spPr>
          <a:xfrm>
            <a:off x="5885161" y="3150289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88F20DA-90EA-6C74-7D8A-4288F1C5BD39}"/>
              </a:ext>
            </a:extLst>
          </p:cNvPr>
          <p:cNvSpPr/>
          <p:nvPr/>
        </p:nvSpPr>
        <p:spPr>
          <a:xfrm>
            <a:off x="5885161" y="4086365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FF1D09C-8E95-2123-CACA-65307669443D}"/>
              </a:ext>
            </a:extLst>
          </p:cNvPr>
          <p:cNvSpPr/>
          <p:nvPr/>
        </p:nvSpPr>
        <p:spPr>
          <a:xfrm>
            <a:off x="8751226" y="1690042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2C56092-4A51-A90A-B72E-117261836509}"/>
              </a:ext>
            </a:extLst>
          </p:cNvPr>
          <p:cNvSpPr/>
          <p:nvPr/>
        </p:nvSpPr>
        <p:spPr>
          <a:xfrm>
            <a:off x="8751226" y="2645642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CDF91E3-C9E5-8812-8CF9-976BD422B446}"/>
              </a:ext>
            </a:extLst>
          </p:cNvPr>
          <p:cNvSpPr/>
          <p:nvPr/>
        </p:nvSpPr>
        <p:spPr>
          <a:xfrm>
            <a:off x="8751226" y="3614021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A4FE8-0084-5816-61E9-BE89D98516D9}"/>
              </a:ext>
            </a:extLst>
          </p:cNvPr>
          <p:cNvSpPr txBox="1"/>
          <p:nvPr/>
        </p:nvSpPr>
        <p:spPr>
          <a:xfrm flipH="1">
            <a:off x="8550945" y="1180204"/>
            <a:ext cx="971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Output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21A18CD-34D5-85F8-67A5-D4380351227A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4600892" y="1539155"/>
            <a:ext cx="12842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A521E3-C5EB-5110-85F1-29EED2CFA676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4600892" y="1539155"/>
            <a:ext cx="1284269" cy="940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F1BE0A0-C407-9774-8966-F7CD9E6D4BC9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4600892" y="1539155"/>
            <a:ext cx="1284269" cy="1881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4A4D639-4ADA-91BA-E9A5-F2A8A79E6E4B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4600892" y="1539155"/>
            <a:ext cx="1284269" cy="2817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11844D8-0440-34FA-7183-0EC5D0C3E1E8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4600892" y="1539155"/>
            <a:ext cx="1284269" cy="940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021746-55CB-160F-3D3E-26F761A6F987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4600892" y="2479722"/>
            <a:ext cx="12842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C0B32C-6840-5291-2A7A-750EC403C5A7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4600892" y="2479722"/>
            <a:ext cx="1284269" cy="940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20BA4B8-D2A1-CE2D-69B5-355AFA0B1B8A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4600892" y="2479722"/>
            <a:ext cx="1284269" cy="1876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A8F053E-CB10-09F0-E987-96A8EC75644A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4600892" y="1539155"/>
            <a:ext cx="1284269" cy="1881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3414CB0-A92E-1EB2-6286-847E83F075CD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4600892" y="2479722"/>
            <a:ext cx="1284269" cy="940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17BB9C-CE8D-A141-B882-9996CEAD4B23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4600892" y="3420289"/>
            <a:ext cx="12842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34E07B7-C857-E487-0BCD-3F3201389373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4600892" y="3420289"/>
            <a:ext cx="1284269" cy="936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1B2BA07-43FB-7718-C591-A906E3368332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4600892" y="1539155"/>
            <a:ext cx="1284269" cy="2817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B7E2437-3D2C-76A2-505C-DF2D06A6D2DE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4600892" y="2479722"/>
            <a:ext cx="1284269" cy="1876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94D1DE8-6516-916F-7E1C-B699D982BED6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4600892" y="3420289"/>
            <a:ext cx="1284269" cy="936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ED9BB11-AEFB-6EF9-9FF8-BC0B58DE4CAF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4600892" y="4356365"/>
            <a:ext cx="12842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D4DEF37-D71D-0909-621C-DA9093A042B7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7606261" y="1539155"/>
            <a:ext cx="1144965" cy="420887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6491AAA-B98A-E51D-4D3C-BAFD0418211F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7606261" y="1539155"/>
            <a:ext cx="1144965" cy="1376487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249342B-C684-4998-393A-6AF86952A63A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606261" y="1539155"/>
            <a:ext cx="1144965" cy="2344866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4A303A9-59FF-352B-E81D-BA0A695EE024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7606261" y="1960042"/>
            <a:ext cx="1144965" cy="51968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37CE770-0A74-791B-676A-80E342181E29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7606261" y="2479722"/>
            <a:ext cx="1144965" cy="43592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4A717BA-D44C-1D30-8239-B2B060184CA0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606261" y="2479722"/>
            <a:ext cx="1144965" cy="1404299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2655614-334F-B4F9-3E9C-F3523913FCBA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7606261" y="1960042"/>
            <a:ext cx="1144965" cy="1460247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EAB8E36-7EE7-5BAF-B743-E7716BC4DF82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7606261" y="2915642"/>
            <a:ext cx="1144965" cy="504647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C8ED2FA-022A-63FE-0B13-07DAA837B528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7606261" y="3420289"/>
            <a:ext cx="1144965" cy="463732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7162F08-DE09-5ABB-2ADC-2DE1887C09C7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7606261" y="1960042"/>
            <a:ext cx="1144965" cy="2396323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9C791B2-A417-3324-387B-13B4640E7E12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7606261" y="2915642"/>
            <a:ext cx="1144965" cy="1440723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2854940-6529-A111-0509-E4025548A434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7606261" y="3884021"/>
            <a:ext cx="1144965" cy="472344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6F5A2133-A978-B78A-7634-BB0581B575AF}"/>
              </a:ext>
            </a:extLst>
          </p:cNvPr>
          <p:cNvSpPr/>
          <p:nvPr/>
        </p:nvSpPr>
        <p:spPr>
          <a:xfrm>
            <a:off x="4096621" y="1269155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4A8E418-CFB9-68D3-EB6D-C1B59D851CCB}"/>
              </a:ext>
            </a:extLst>
          </p:cNvPr>
          <p:cNvSpPr/>
          <p:nvPr/>
        </p:nvSpPr>
        <p:spPr>
          <a:xfrm>
            <a:off x="4096621" y="2209722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E20952A-B441-2727-772A-0FCC8189EDE7}"/>
              </a:ext>
            </a:extLst>
          </p:cNvPr>
          <p:cNvSpPr/>
          <p:nvPr/>
        </p:nvSpPr>
        <p:spPr>
          <a:xfrm>
            <a:off x="4096621" y="3150289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3801C93-E038-B8E5-052E-7EC810809A15}"/>
              </a:ext>
            </a:extLst>
          </p:cNvPr>
          <p:cNvSpPr/>
          <p:nvPr/>
        </p:nvSpPr>
        <p:spPr>
          <a:xfrm>
            <a:off x="4096621" y="4086365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BA528F7-47E0-DC72-00A3-AA67663A4790}"/>
              </a:ext>
            </a:extLst>
          </p:cNvPr>
          <p:cNvCxnSpPr>
            <a:cxnSpLocks/>
            <a:stCxn id="13" idx="6"/>
            <a:endCxn id="70" idx="2"/>
          </p:cNvCxnSpPr>
          <p:nvPr/>
        </p:nvCxnSpPr>
        <p:spPr>
          <a:xfrm>
            <a:off x="3427412" y="4356365"/>
            <a:ext cx="6692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1EF3182-4534-0505-DC21-BFA7FE078BE3}"/>
              </a:ext>
            </a:extLst>
          </p:cNvPr>
          <p:cNvCxnSpPr>
            <a:cxnSpLocks/>
            <a:stCxn id="12" idx="6"/>
            <a:endCxn id="69" idx="2"/>
          </p:cNvCxnSpPr>
          <p:nvPr/>
        </p:nvCxnSpPr>
        <p:spPr>
          <a:xfrm>
            <a:off x="3427412" y="3420289"/>
            <a:ext cx="6692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906C865-FA7D-E8CF-E43E-3B4F34FA766D}"/>
              </a:ext>
            </a:extLst>
          </p:cNvPr>
          <p:cNvCxnSpPr>
            <a:cxnSpLocks/>
            <a:stCxn id="11" idx="6"/>
            <a:endCxn id="68" idx="2"/>
          </p:cNvCxnSpPr>
          <p:nvPr/>
        </p:nvCxnSpPr>
        <p:spPr>
          <a:xfrm>
            <a:off x="3427412" y="2479722"/>
            <a:ext cx="6692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5CB629B-ED08-7FBC-0906-857A721D7F94}"/>
              </a:ext>
            </a:extLst>
          </p:cNvPr>
          <p:cNvCxnSpPr>
            <a:cxnSpLocks/>
            <a:stCxn id="10" idx="6"/>
            <a:endCxn id="67" idx="2"/>
          </p:cNvCxnSpPr>
          <p:nvPr/>
        </p:nvCxnSpPr>
        <p:spPr>
          <a:xfrm>
            <a:off x="3427412" y="1539155"/>
            <a:ext cx="6692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8C715FA3-50CA-40C0-531B-54229A31C4FF}"/>
              </a:ext>
            </a:extLst>
          </p:cNvPr>
          <p:cNvSpPr/>
          <p:nvPr/>
        </p:nvSpPr>
        <p:spPr>
          <a:xfrm>
            <a:off x="7083517" y="1269155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3027250-E33C-CC18-6EBB-36BD9A28E36B}"/>
              </a:ext>
            </a:extLst>
          </p:cNvPr>
          <p:cNvSpPr/>
          <p:nvPr/>
        </p:nvSpPr>
        <p:spPr>
          <a:xfrm>
            <a:off x="7083517" y="2209722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AC95E2B-D7BB-BF9C-A9B9-53CCAC7436CC}"/>
              </a:ext>
            </a:extLst>
          </p:cNvPr>
          <p:cNvSpPr/>
          <p:nvPr/>
        </p:nvSpPr>
        <p:spPr>
          <a:xfrm>
            <a:off x="7083517" y="3150289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92D8451-12AB-4B47-58DE-C1748BCD8571}"/>
              </a:ext>
            </a:extLst>
          </p:cNvPr>
          <p:cNvSpPr/>
          <p:nvPr/>
        </p:nvSpPr>
        <p:spPr>
          <a:xfrm>
            <a:off x="7083517" y="4086365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2BD6185-1AFB-9BFF-DDA9-27AE0AAED320}"/>
              </a:ext>
            </a:extLst>
          </p:cNvPr>
          <p:cNvCxnSpPr>
            <a:cxnSpLocks/>
          </p:cNvCxnSpPr>
          <p:nvPr/>
        </p:nvCxnSpPr>
        <p:spPr>
          <a:xfrm>
            <a:off x="6429547" y="4356365"/>
            <a:ext cx="669600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AB7AE59-4030-8978-C8CF-562D2E04E18C}"/>
              </a:ext>
            </a:extLst>
          </p:cNvPr>
          <p:cNvCxnSpPr>
            <a:cxnSpLocks/>
          </p:cNvCxnSpPr>
          <p:nvPr/>
        </p:nvCxnSpPr>
        <p:spPr>
          <a:xfrm>
            <a:off x="6429547" y="3420289"/>
            <a:ext cx="669600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13D4750-F2B6-BF24-0533-DDDEEAB48B37}"/>
              </a:ext>
            </a:extLst>
          </p:cNvPr>
          <p:cNvCxnSpPr>
            <a:cxnSpLocks/>
          </p:cNvCxnSpPr>
          <p:nvPr/>
        </p:nvCxnSpPr>
        <p:spPr>
          <a:xfrm>
            <a:off x="6425161" y="2479722"/>
            <a:ext cx="669600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B4E2FA3-7044-DA2E-DCC4-F20DE87D930F}"/>
              </a:ext>
            </a:extLst>
          </p:cNvPr>
          <p:cNvCxnSpPr>
            <a:cxnSpLocks/>
          </p:cNvCxnSpPr>
          <p:nvPr/>
        </p:nvCxnSpPr>
        <p:spPr>
          <a:xfrm>
            <a:off x="6413917" y="1538556"/>
            <a:ext cx="669600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4E3B9C9-530F-7D6A-E772-723D18299ED7}"/>
              </a:ext>
            </a:extLst>
          </p:cNvPr>
          <p:cNvSpPr txBox="1"/>
          <p:nvPr/>
        </p:nvSpPr>
        <p:spPr>
          <a:xfrm flipH="1">
            <a:off x="2954858" y="4742932"/>
            <a:ext cx="1106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 dirty="0"/>
              <a:t>Layer 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D746ED-2BBE-5201-3995-BE08B723611B}"/>
              </a:ext>
            </a:extLst>
          </p:cNvPr>
          <p:cNvSpPr txBox="1"/>
          <p:nvPr/>
        </p:nvSpPr>
        <p:spPr>
          <a:xfrm flipH="1">
            <a:off x="6030197" y="4765860"/>
            <a:ext cx="1106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 dirty="0"/>
              <a:t>Layer 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80783CD-2AA8-84D7-2E37-5878678136B0}"/>
              </a:ext>
            </a:extLst>
          </p:cNvPr>
          <p:cNvSpPr>
            <a:spLocks/>
          </p:cNvSpPr>
          <p:nvPr/>
        </p:nvSpPr>
        <p:spPr>
          <a:xfrm>
            <a:off x="821055" y="419100"/>
            <a:ext cx="8803005" cy="4729163"/>
          </a:xfrm>
          <a:prstGeom prst="rect">
            <a:avLst/>
          </a:prstGeom>
          <a:noFill/>
          <a:ln w="38100">
            <a:solidFill>
              <a:srgbClr val="7900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FED010-3BC0-DF79-4894-86CD0E832F55}"/>
              </a:ext>
            </a:extLst>
          </p:cNvPr>
          <p:cNvSpPr txBox="1"/>
          <p:nvPr/>
        </p:nvSpPr>
        <p:spPr>
          <a:xfrm>
            <a:off x="3421173" y="1240181"/>
            <a:ext cx="897809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/>
              <a:t>ReLU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D084DB-44E2-D9FC-B00E-F174BEDDF931}"/>
              </a:ext>
            </a:extLst>
          </p:cNvPr>
          <p:cNvSpPr txBox="1"/>
          <p:nvPr/>
        </p:nvSpPr>
        <p:spPr>
          <a:xfrm>
            <a:off x="3427412" y="2190641"/>
            <a:ext cx="897809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/>
              <a:t>ReLU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0502FBF-3E1A-BD2F-E146-987D472E9284}"/>
              </a:ext>
            </a:extLst>
          </p:cNvPr>
          <p:cNvSpPr txBox="1"/>
          <p:nvPr/>
        </p:nvSpPr>
        <p:spPr>
          <a:xfrm>
            <a:off x="3404846" y="3131448"/>
            <a:ext cx="897809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/>
              <a:t>ReLU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92FB9C8-CDFA-21EF-7C42-536705358F43}"/>
              </a:ext>
            </a:extLst>
          </p:cNvPr>
          <p:cNvSpPr txBox="1"/>
          <p:nvPr/>
        </p:nvSpPr>
        <p:spPr>
          <a:xfrm>
            <a:off x="3400570" y="4082825"/>
            <a:ext cx="897809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/>
              <a:t>ReLU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8FF91BC-FA34-5756-E55C-E882F4A9E8C6}"/>
              </a:ext>
            </a:extLst>
          </p:cNvPr>
          <p:cNvSpPr txBox="1"/>
          <p:nvPr/>
        </p:nvSpPr>
        <p:spPr>
          <a:xfrm>
            <a:off x="6436142" y="1247185"/>
            <a:ext cx="897809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/>
              <a:t>ReLU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7E17B7C-50DC-8017-7BE9-0CB07AA47CF9}"/>
              </a:ext>
            </a:extLst>
          </p:cNvPr>
          <p:cNvSpPr txBox="1"/>
          <p:nvPr/>
        </p:nvSpPr>
        <p:spPr>
          <a:xfrm>
            <a:off x="6401342" y="4076205"/>
            <a:ext cx="897809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/>
              <a:t>ReLU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B0BC75F-458D-225D-6492-3E4AF11EFF8D}"/>
              </a:ext>
            </a:extLst>
          </p:cNvPr>
          <p:cNvSpPr txBox="1"/>
          <p:nvPr/>
        </p:nvSpPr>
        <p:spPr>
          <a:xfrm>
            <a:off x="6413917" y="2192852"/>
            <a:ext cx="897809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/>
              <a:t>ReLU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5A5CDF3-34EB-FAAD-098F-2B262A3AF5F4}"/>
              </a:ext>
            </a:extLst>
          </p:cNvPr>
          <p:cNvSpPr txBox="1"/>
          <p:nvPr/>
        </p:nvSpPr>
        <p:spPr>
          <a:xfrm>
            <a:off x="6397761" y="3140161"/>
            <a:ext cx="897809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/>
              <a:t>ReLU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56CC3D2-8C70-B193-9C1B-827724DEC096}"/>
              </a:ext>
            </a:extLst>
          </p:cNvPr>
          <p:cNvSpPr/>
          <p:nvPr/>
        </p:nvSpPr>
        <p:spPr>
          <a:xfrm>
            <a:off x="1205649" y="1697417"/>
            <a:ext cx="540000" cy="5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A51D33E-6673-C071-57F4-62966B519018}"/>
              </a:ext>
            </a:extLst>
          </p:cNvPr>
          <p:cNvSpPr/>
          <p:nvPr/>
        </p:nvSpPr>
        <p:spPr>
          <a:xfrm>
            <a:off x="1205649" y="2653017"/>
            <a:ext cx="540000" cy="5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28A06E4-6E48-9033-C5FC-F57591780FF8}"/>
              </a:ext>
            </a:extLst>
          </p:cNvPr>
          <p:cNvSpPr/>
          <p:nvPr/>
        </p:nvSpPr>
        <p:spPr>
          <a:xfrm>
            <a:off x="1205649" y="3621396"/>
            <a:ext cx="540000" cy="5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7890792-0744-AB61-4B7E-196F76938AA8}"/>
              </a:ext>
            </a:extLst>
          </p:cNvPr>
          <p:cNvCxnSpPr>
            <a:cxnSpLocks/>
            <a:stCxn id="109" idx="6"/>
          </p:cNvCxnSpPr>
          <p:nvPr/>
        </p:nvCxnSpPr>
        <p:spPr>
          <a:xfrm flipV="1">
            <a:off x="1745649" y="1541207"/>
            <a:ext cx="1144996" cy="42621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27F3F5F-BF6E-B6F0-C42A-25CD1B4EBBF8}"/>
              </a:ext>
            </a:extLst>
          </p:cNvPr>
          <p:cNvCxnSpPr>
            <a:cxnSpLocks/>
            <a:stCxn id="109" idx="6"/>
          </p:cNvCxnSpPr>
          <p:nvPr/>
        </p:nvCxnSpPr>
        <p:spPr>
          <a:xfrm>
            <a:off x="1745649" y="1967417"/>
            <a:ext cx="1135742" cy="50781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E3D1439-A12A-1F52-46EA-8000968D0D7F}"/>
              </a:ext>
            </a:extLst>
          </p:cNvPr>
          <p:cNvCxnSpPr>
            <a:cxnSpLocks/>
            <a:stCxn id="109" idx="6"/>
          </p:cNvCxnSpPr>
          <p:nvPr/>
        </p:nvCxnSpPr>
        <p:spPr>
          <a:xfrm>
            <a:off x="1745649" y="1967417"/>
            <a:ext cx="1147784" cy="14483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EB6FDFC-B579-FC9A-3291-F07FBFC239AD}"/>
              </a:ext>
            </a:extLst>
          </p:cNvPr>
          <p:cNvCxnSpPr>
            <a:cxnSpLocks/>
            <a:stCxn id="109" idx="6"/>
          </p:cNvCxnSpPr>
          <p:nvPr/>
        </p:nvCxnSpPr>
        <p:spPr>
          <a:xfrm>
            <a:off x="1745649" y="1967417"/>
            <a:ext cx="1150391" cy="238894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40EA7C8-77C2-571B-002B-4FD195DE5BF5}"/>
              </a:ext>
            </a:extLst>
          </p:cNvPr>
          <p:cNvCxnSpPr>
            <a:cxnSpLocks/>
            <a:stCxn id="110" idx="6"/>
          </p:cNvCxnSpPr>
          <p:nvPr/>
        </p:nvCxnSpPr>
        <p:spPr>
          <a:xfrm flipV="1">
            <a:off x="1745649" y="1531639"/>
            <a:ext cx="1149295" cy="139137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E69A52E-5915-F9BA-AB11-ACB73AE495F2}"/>
              </a:ext>
            </a:extLst>
          </p:cNvPr>
          <p:cNvCxnSpPr>
            <a:cxnSpLocks/>
            <a:stCxn id="110" idx="6"/>
          </p:cNvCxnSpPr>
          <p:nvPr/>
        </p:nvCxnSpPr>
        <p:spPr>
          <a:xfrm flipV="1">
            <a:off x="1745649" y="2475231"/>
            <a:ext cx="1135742" cy="44778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DB9F6A55-7001-9E90-692D-5C2A0F3C5EAC}"/>
              </a:ext>
            </a:extLst>
          </p:cNvPr>
          <p:cNvCxnSpPr>
            <a:cxnSpLocks/>
            <a:stCxn id="110" idx="6"/>
          </p:cNvCxnSpPr>
          <p:nvPr/>
        </p:nvCxnSpPr>
        <p:spPr>
          <a:xfrm>
            <a:off x="1745649" y="2923017"/>
            <a:ext cx="1147784" cy="4927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0292AEA-5A33-0BFF-960E-ED3B8217913F}"/>
              </a:ext>
            </a:extLst>
          </p:cNvPr>
          <p:cNvCxnSpPr>
            <a:cxnSpLocks/>
            <a:stCxn id="110" idx="6"/>
          </p:cNvCxnSpPr>
          <p:nvPr/>
        </p:nvCxnSpPr>
        <p:spPr>
          <a:xfrm>
            <a:off x="1745649" y="2923017"/>
            <a:ext cx="1150391" cy="143334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324F492-F111-5049-D12E-9B096FC00671}"/>
              </a:ext>
            </a:extLst>
          </p:cNvPr>
          <p:cNvCxnSpPr>
            <a:cxnSpLocks/>
            <a:stCxn id="111" idx="6"/>
          </p:cNvCxnSpPr>
          <p:nvPr/>
        </p:nvCxnSpPr>
        <p:spPr>
          <a:xfrm flipV="1">
            <a:off x="1745649" y="1531639"/>
            <a:ext cx="1141763" cy="235975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ED0EDA81-E0BF-2EA7-80E4-E3B875228FC7}"/>
              </a:ext>
            </a:extLst>
          </p:cNvPr>
          <p:cNvCxnSpPr>
            <a:cxnSpLocks/>
            <a:stCxn id="111" idx="6"/>
          </p:cNvCxnSpPr>
          <p:nvPr/>
        </p:nvCxnSpPr>
        <p:spPr>
          <a:xfrm flipV="1">
            <a:off x="1745649" y="2475231"/>
            <a:ext cx="1135742" cy="141616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7FC859E-6612-1B91-421F-774EAA7914D1}"/>
              </a:ext>
            </a:extLst>
          </p:cNvPr>
          <p:cNvCxnSpPr>
            <a:cxnSpLocks/>
            <a:stCxn id="111" idx="6"/>
          </p:cNvCxnSpPr>
          <p:nvPr/>
        </p:nvCxnSpPr>
        <p:spPr>
          <a:xfrm flipV="1">
            <a:off x="1745649" y="3415798"/>
            <a:ext cx="1147784" cy="47559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F1C0C50-1248-7EA4-12EB-DA77A48D227A}"/>
              </a:ext>
            </a:extLst>
          </p:cNvPr>
          <p:cNvCxnSpPr>
            <a:cxnSpLocks/>
            <a:stCxn id="111" idx="6"/>
          </p:cNvCxnSpPr>
          <p:nvPr/>
        </p:nvCxnSpPr>
        <p:spPr>
          <a:xfrm>
            <a:off x="1745649" y="3891396"/>
            <a:ext cx="1150391" cy="4649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324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D742-FEBE-AD0A-3A6F-058623C65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C1BACF2-544A-67AE-189C-82D4AE32028D}"/>
              </a:ext>
            </a:extLst>
          </p:cNvPr>
          <p:cNvGrpSpPr/>
          <p:nvPr/>
        </p:nvGrpSpPr>
        <p:grpSpPr>
          <a:xfrm>
            <a:off x="6573520" y="2726719"/>
            <a:ext cx="5355112" cy="3009796"/>
            <a:chOff x="828675" y="741000"/>
            <a:chExt cx="8143875" cy="44453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32E89D6-B629-D833-D5B1-D9C0078B3ADE}"/>
                </a:ext>
              </a:extLst>
            </p:cNvPr>
            <p:cNvSpPr/>
            <p:nvPr/>
          </p:nvSpPr>
          <p:spPr>
            <a:xfrm>
              <a:off x="2787116" y="1169224"/>
              <a:ext cx="1625912" cy="3585656"/>
            </a:xfrm>
            <a:prstGeom prst="rect">
              <a:avLst/>
            </a:prstGeom>
            <a:solidFill>
              <a:schemeClr val="bg2">
                <a:lumMod val="25000"/>
                <a:alpha val="2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10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38ED4A8-8EC9-8094-783D-ECEB05DA777D}"/>
                </a:ext>
              </a:extLst>
            </p:cNvPr>
            <p:cNvSpPr/>
            <p:nvPr/>
          </p:nvSpPr>
          <p:spPr>
            <a:xfrm>
              <a:off x="5465923" y="1180204"/>
              <a:ext cx="1625912" cy="3585656"/>
            </a:xfrm>
            <a:prstGeom prst="rect">
              <a:avLst/>
            </a:prstGeom>
            <a:solidFill>
              <a:schemeClr val="bg2">
                <a:lumMod val="25000"/>
                <a:alpha val="2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105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E189BE0-C264-2465-E653-800FB3619DDF}"/>
                </a:ext>
              </a:extLst>
            </p:cNvPr>
            <p:cNvSpPr>
              <a:spLocks/>
            </p:cNvSpPr>
            <p:nvPr/>
          </p:nvSpPr>
          <p:spPr>
            <a:xfrm>
              <a:off x="828675" y="741000"/>
              <a:ext cx="8143875" cy="4445363"/>
            </a:xfrm>
            <a:prstGeom prst="rect">
              <a:avLst/>
            </a:prstGeom>
            <a:noFill/>
            <a:ln w="38100">
              <a:solidFill>
                <a:srgbClr val="7900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9174290-8E4B-8E5B-51AE-51BB5EAEB590}"/>
                </a:ext>
              </a:extLst>
            </p:cNvPr>
            <p:cNvSpPr/>
            <p:nvPr/>
          </p:nvSpPr>
          <p:spPr>
            <a:xfrm>
              <a:off x="999172" y="1697417"/>
              <a:ext cx="540000" cy="54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EF4CDE6-9A70-6E59-5F1D-7B8CFA43BB40}"/>
                </a:ext>
              </a:extLst>
            </p:cNvPr>
            <p:cNvSpPr/>
            <p:nvPr/>
          </p:nvSpPr>
          <p:spPr>
            <a:xfrm>
              <a:off x="999172" y="2653017"/>
              <a:ext cx="540000" cy="54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CF048FC-6ECA-142A-E9C2-6DD14B17B063}"/>
                </a:ext>
              </a:extLst>
            </p:cNvPr>
            <p:cNvSpPr/>
            <p:nvPr/>
          </p:nvSpPr>
          <p:spPr>
            <a:xfrm>
              <a:off x="999172" y="3621396"/>
              <a:ext cx="540000" cy="54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46988D-6354-D23F-B97C-0DD854203AB4}"/>
                </a:ext>
              </a:extLst>
            </p:cNvPr>
            <p:cNvSpPr txBox="1"/>
            <p:nvPr/>
          </p:nvSpPr>
          <p:spPr>
            <a:xfrm flipH="1">
              <a:off x="878936" y="1169224"/>
              <a:ext cx="780470" cy="386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050" b="1" dirty="0"/>
                <a:t>Input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2DCB7BE-B1D0-9FB0-53F2-F069E4E17ACE}"/>
                </a:ext>
              </a:extLst>
            </p:cNvPr>
            <p:cNvSpPr/>
            <p:nvPr/>
          </p:nvSpPr>
          <p:spPr>
            <a:xfrm>
              <a:off x="2887412" y="1269155"/>
              <a:ext cx="540000" cy="54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CD9E724-3D60-45A1-E138-E0B669941204}"/>
                </a:ext>
              </a:extLst>
            </p:cNvPr>
            <p:cNvSpPr/>
            <p:nvPr/>
          </p:nvSpPr>
          <p:spPr>
            <a:xfrm>
              <a:off x="2887412" y="2209722"/>
              <a:ext cx="540000" cy="54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C18AC8E-B8CE-67C4-1ED7-006B31210F69}"/>
                </a:ext>
              </a:extLst>
            </p:cNvPr>
            <p:cNvSpPr/>
            <p:nvPr/>
          </p:nvSpPr>
          <p:spPr>
            <a:xfrm>
              <a:off x="2887412" y="3150289"/>
              <a:ext cx="540000" cy="54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AF20BBA-D1EA-3BB9-CA57-685FB0A60868}"/>
                </a:ext>
              </a:extLst>
            </p:cNvPr>
            <p:cNvSpPr/>
            <p:nvPr/>
          </p:nvSpPr>
          <p:spPr>
            <a:xfrm>
              <a:off x="2887412" y="4086365"/>
              <a:ext cx="540000" cy="54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25825A6-83AE-D0D5-4BB0-44080BCE91BA}"/>
                </a:ext>
              </a:extLst>
            </p:cNvPr>
            <p:cNvCxnSpPr>
              <a:stCxn id="19" idx="6"/>
              <a:endCxn id="26" idx="2"/>
            </p:cNvCxnSpPr>
            <p:nvPr/>
          </p:nvCxnSpPr>
          <p:spPr>
            <a:xfrm flipV="1">
              <a:off x="1539172" y="1539155"/>
              <a:ext cx="1348240" cy="4282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86F061E-37F8-04C5-450B-C43CB15AF31F}"/>
                </a:ext>
              </a:extLst>
            </p:cNvPr>
            <p:cNvCxnSpPr>
              <a:cxnSpLocks/>
              <a:stCxn id="19" idx="6"/>
              <a:endCxn id="28" idx="2"/>
            </p:cNvCxnSpPr>
            <p:nvPr/>
          </p:nvCxnSpPr>
          <p:spPr>
            <a:xfrm>
              <a:off x="1539172" y="1967417"/>
              <a:ext cx="1348240" cy="5123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E04B5D4-D795-1B89-F9EA-F8A8BCD58AB1}"/>
                </a:ext>
              </a:extLst>
            </p:cNvPr>
            <p:cNvCxnSpPr>
              <a:cxnSpLocks/>
              <a:stCxn id="19" idx="6"/>
              <a:endCxn id="29" idx="2"/>
            </p:cNvCxnSpPr>
            <p:nvPr/>
          </p:nvCxnSpPr>
          <p:spPr>
            <a:xfrm>
              <a:off x="1539172" y="1967417"/>
              <a:ext cx="1348240" cy="14528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08CC18FF-8410-5E7B-7B36-45E2724714A3}"/>
                </a:ext>
              </a:extLst>
            </p:cNvPr>
            <p:cNvCxnSpPr>
              <a:cxnSpLocks/>
              <a:stCxn id="19" idx="6"/>
              <a:endCxn id="30" idx="2"/>
            </p:cNvCxnSpPr>
            <p:nvPr/>
          </p:nvCxnSpPr>
          <p:spPr>
            <a:xfrm>
              <a:off x="1539172" y="1967417"/>
              <a:ext cx="1348240" cy="23889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7ADA357-BE3B-2DFE-5433-3EA9E4194FDE}"/>
                </a:ext>
              </a:extLst>
            </p:cNvPr>
            <p:cNvSpPr txBox="1"/>
            <p:nvPr/>
          </p:nvSpPr>
          <p:spPr>
            <a:xfrm flipH="1">
              <a:off x="3574896" y="833944"/>
              <a:ext cx="2703984" cy="386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050" b="1" dirty="0"/>
                <a:t>Hidden Layers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8003031-719D-8482-2743-DE93AAE9DFB1}"/>
                </a:ext>
              </a:extLst>
            </p:cNvPr>
            <p:cNvSpPr/>
            <p:nvPr/>
          </p:nvSpPr>
          <p:spPr>
            <a:xfrm>
              <a:off x="5580361" y="1269155"/>
              <a:ext cx="540000" cy="540000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94CADD9-BA34-BC3D-6E4F-BBA48F6ECB1D}"/>
                </a:ext>
              </a:extLst>
            </p:cNvPr>
            <p:cNvSpPr/>
            <p:nvPr/>
          </p:nvSpPr>
          <p:spPr>
            <a:xfrm>
              <a:off x="5580361" y="2209722"/>
              <a:ext cx="540000" cy="540000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35204AF-6559-58B1-C7E5-91210E2E2CEF}"/>
                </a:ext>
              </a:extLst>
            </p:cNvPr>
            <p:cNvSpPr/>
            <p:nvPr/>
          </p:nvSpPr>
          <p:spPr>
            <a:xfrm>
              <a:off x="5580361" y="3150289"/>
              <a:ext cx="540000" cy="540000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1094468-F975-F125-B38C-6BC0A456A44C}"/>
                </a:ext>
              </a:extLst>
            </p:cNvPr>
            <p:cNvSpPr/>
            <p:nvPr/>
          </p:nvSpPr>
          <p:spPr>
            <a:xfrm>
              <a:off x="5580361" y="4086365"/>
              <a:ext cx="540000" cy="540000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0B5702B-774C-7D14-A0B2-9565C891D47A}"/>
                </a:ext>
              </a:extLst>
            </p:cNvPr>
            <p:cNvSpPr/>
            <p:nvPr/>
          </p:nvSpPr>
          <p:spPr>
            <a:xfrm>
              <a:off x="8149246" y="1690042"/>
              <a:ext cx="540000" cy="54000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3AE6D8E-7FDF-D756-22A1-5FEA54556DF2}"/>
                </a:ext>
              </a:extLst>
            </p:cNvPr>
            <p:cNvSpPr/>
            <p:nvPr/>
          </p:nvSpPr>
          <p:spPr>
            <a:xfrm>
              <a:off x="8149246" y="2645642"/>
              <a:ext cx="540000" cy="54000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F569290-A3A5-0F30-825F-AF98F6002382}"/>
                </a:ext>
              </a:extLst>
            </p:cNvPr>
            <p:cNvSpPr/>
            <p:nvPr/>
          </p:nvSpPr>
          <p:spPr>
            <a:xfrm>
              <a:off x="8149246" y="3614021"/>
              <a:ext cx="540000" cy="54000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8CCA76E-5C42-4DD4-AF26-ADFDC7F93B65}"/>
                </a:ext>
              </a:extLst>
            </p:cNvPr>
            <p:cNvSpPr txBox="1"/>
            <p:nvPr/>
          </p:nvSpPr>
          <p:spPr>
            <a:xfrm flipH="1">
              <a:off x="7948965" y="1180204"/>
              <a:ext cx="971041" cy="386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050" b="1" dirty="0"/>
                <a:t>Output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326CA29-005B-3206-BC7E-7ED62F067819}"/>
                </a:ext>
              </a:extLst>
            </p:cNvPr>
            <p:cNvCxnSpPr>
              <a:cxnSpLocks/>
              <a:stCxn id="22" idx="6"/>
              <a:endCxn id="26" idx="2"/>
            </p:cNvCxnSpPr>
            <p:nvPr/>
          </p:nvCxnSpPr>
          <p:spPr>
            <a:xfrm flipV="1">
              <a:off x="1539172" y="1539155"/>
              <a:ext cx="1348240" cy="13838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7D611A7-8396-9F19-82C8-5EBC34AB9622}"/>
                </a:ext>
              </a:extLst>
            </p:cNvPr>
            <p:cNvCxnSpPr>
              <a:cxnSpLocks/>
              <a:stCxn id="22" idx="6"/>
              <a:endCxn id="28" idx="2"/>
            </p:cNvCxnSpPr>
            <p:nvPr/>
          </p:nvCxnSpPr>
          <p:spPr>
            <a:xfrm flipV="1">
              <a:off x="1539172" y="2479722"/>
              <a:ext cx="1348240" cy="4432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951102EA-19CF-C026-A9D2-6D1E20BFBCE0}"/>
                </a:ext>
              </a:extLst>
            </p:cNvPr>
            <p:cNvCxnSpPr>
              <a:cxnSpLocks/>
              <a:stCxn id="22" idx="6"/>
              <a:endCxn id="29" idx="2"/>
            </p:cNvCxnSpPr>
            <p:nvPr/>
          </p:nvCxnSpPr>
          <p:spPr>
            <a:xfrm>
              <a:off x="1539172" y="2923017"/>
              <a:ext cx="1348240" cy="4972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FEBEDC4-0B61-9D34-3063-04274DDD1C65}"/>
                </a:ext>
              </a:extLst>
            </p:cNvPr>
            <p:cNvCxnSpPr>
              <a:cxnSpLocks/>
              <a:stCxn id="22" idx="6"/>
              <a:endCxn id="30" idx="2"/>
            </p:cNvCxnSpPr>
            <p:nvPr/>
          </p:nvCxnSpPr>
          <p:spPr>
            <a:xfrm>
              <a:off x="1539172" y="2923017"/>
              <a:ext cx="1348240" cy="14333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94CE7FA-C8C6-51D7-5CAE-9260B322665B}"/>
                </a:ext>
              </a:extLst>
            </p:cNvPr>
            <p:cNvCxnSpPr>
              <a:cxnSpLocks/>
              <a:stCxn id="23" idx="6"/>
              <a:endCxn id="26" idx="2"/>
            </p:cNvCxnSpPr>
            <p:nvPr/>
          </p:nvCxnSpPr>
          <p:spPr>
            <a:xfrm flipV="1">
              <a:off x="1539172" y="1539155"/>
              <a:ext cx="1348240" cy="23522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DDBE1F76-E855-83A4-6226-82FBCECE0DA5}"/>
                </a:ext>
              </a:extLst>
            </p:cNvPr>
            <p:cNvCxnSpPr>
              <a:cxnSpLocks/>
              <a:stCxn id="23" idx="6"/>
              <a:endCxn id="28" idx="2"/>
            </p:cNvCxnSpPr>
            <p:nvPr/>
          </p:nvCxnSpPr>
          <p:spPr>
            <a:xfrm flipV="1">
              <a:off x="1539172" y="2479722"/>
              <a:ext cx="1348240" cy="14116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28A1DED4-0D38-4886-FDBD-E0051C15E513}"/>
                </a:ext>
              </a:extLst>
            </p:cNvPr>
            <p:cNvCxnSpPr>
              <a:cxnSpLocks/>
              <a:stCxn id="23" idx="6"/>
              <a:endCxn id="29" idx="2"/>
            </p:cNvCxnSpPr>
            <p:nvPr/>
          </p:nvCxnSpPr>
          <p:spPr>
            <a:xfrm flipV="1">
              <a:off x="1539172" y="3420289"/>
              <a:ext cx="1348240" cy="4711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977D4A3E-DD2B-2073-6955-80C330F1684C}"/>
                </a:ext>
              </a:extLst>
            </p:cNvPr>
            <p:cNvCxnSpPr>
              <a:cxnSpLocks/>
              <a:stCxn id="23" idx="6"/>
              <a:endCxn id="30" idx="2"/>
            </p:cNvCxnSpPr>
            <p:nvPr/>
          </p:nvCxnSpPr>
          <p:spPr>
            <a:xfrm>
              <a:off x="1539172" y="3891396"/>
              <a:ext cx="1348240" cy="4649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69C09015-B4DE-2F91-0B03-15E433D6DECC}"/>
                </a:ext>
              </a:extLst>
            </p:cNvPr>
            <p:cNvCxnSpPr>
              <a:cxnSpLocks/>
              <a:endCxn id="48" idx="2"/>
            </p:cNvCxnSpPr>
            <p:nvPr/>
          </p:nvCxnSpPr>
          <p:spPr>
            <a:xfrm>
              <a:off x="4296092" y="1539155"/>
              <a:ext cx="12842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87FA507F-C487-E6FE-6A65-D562AC58314A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>
              <a:off x="4296092" y="1539155"/>
              <a:ext cx="1284269" cy="9405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7669C7C0-9C70-24DF-B221-487353E80A0C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>
              <a:off x="4296092" y="1539155"/>
              <a:ext cx="1284269" cy="18811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078F1A2F-42F4-0F06-0024-255FC40B32D4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>
              <a:off x="4296092" y="1539155"/>
              <a:ext cx="1284269" cy="28172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FF45DEA9-2C3B-A753-214B-791AF5C5B552}"/>
                </a:ext>
              </a:extLst>
            </p:cNvPr>
            <p:cNvCxnSpPr>
              <a:cxnSpLocks/>
              <a:endCxn id="48" idx="2"/>
            </p:cNvCxnSpPr>
            <p:nvPr/>
          </p:nvCxnSpPr>
          <p:spPr>
            <a:xfrm flipV="1">
              <a:off x="4296092" y="1539155"/>
              <a:ext cx="1284269" cy="9405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44287858-900F-BA38-2205-BD0D30BF66B9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>
              <a:off x="4296092" y="2479722"/>
              <a:ext cx="12842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B9F34016-BB78-3CD8-D832-EC618D98AF78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>
              <a:off x="4296092" y="2479722"/>
              <a:ext cx="1284269" cy="9405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065EDC3-2147-3426-FD32-E75CB77F73E0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>
              <a:off x="4296092" y="2479722"/>
              <a:ext cx="1284269" cy="18766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6786F0C6-5EFD-2CBC-0D0A-B5384E5330F7}"/>
                </a:ext>
              </a:extLst>
            </p:cNvPr>
            <p:cNvCxnSpPr>
              <a:cxnSpLocks/>
              <a:endCxn id="48" idx="2"/>
            </p:cNvCxnSpPr>
            <p:nvPr/>
          </p:nvCxnSpPr>
          <p:spPr>
            <a:xfrm flipV="1">
              <a:off x="4296092" y="1539155"/>
              <a:ext cx="1284269" cy="18811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0CA2844C-EA5D-498B-5DA6-6D348CECE145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V="1">
              <a:off x="4296092" y="2479722"/>
              <a:ext cx="1284269" cy="9405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6594AFC2-2BCB-64A6-2AE4-3767E3EF2D81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>
              <a:off x="4296092" y="3420289"/>
              <a:ext cx="12842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654F9CAF-C805-C60F-D4E2-FA5BE547A3D6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>
              <a:off x="4296092" y="3420289"/>
              <a:ext cx="1284269" cy="9360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FD2E35E4-3996-CF06-AFBF-5CF0B37C6430}"/>
                </a:ext>
              </a:extLst>
            </p:cNvPr>
            <p:cNvCxnSpPr>
              <a:cxnSpLocks/>
              <a:endCxn id="48" idx="2"/>
            </p:cNvCxnSpPr>
            <p:nvPr/>
          </p:nvCxnSpPr>
          <p:spPr>
            <a:xfrm flipV="1">
              <a:off x="4296092" y="1539155"/>
              <a:ext cx="1284269" cy="28172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37F17B6-30CF-4E0C-EC9A-DED0BE9D5061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V="1">
              <a:off x="4296092" y="2479722"/>
              <a:ext cx="1284269" cy="18766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6B813AEC-7E59-E075-D6FC-A74C14A9C95A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V="1">
              <a:off x="4296092" y="3420289"/>
              <a:ext cx="1284269" cy="9360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5A239131-F992-C08E-FBF6-926679A1DC59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>
              <a:off x="4296092" y="4356365"/>
              <a:ext cx="12842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32F540BE-8A34-73C3-64AC-D9EC8BB21B56}"/>
                </a:ext>
              </a:extLst>
            </p:cNvPr>
            <p:cNvCxnSpPr>
              <a:cxnSpLocks/>
              <a:endCxn id="54" idx="2"/>
            </p:cNvCxnSpPr>
            <p:nvPr/>
          </p:nvCxnSpPr>
          <p:spPr>
            <a:xfrm>
              <a:off x="7004281" y="1539155"/>
              <a:ext cx="1144965" cy="420887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8BEC65A6-DAF4-7CC1-90D9-A03D61934069}"/>
                </a:ext>
              </a:extLst>
            </p:cNvPr>
            <p:cNvCxnSpPr>
              <a:cxnSpLocks/>
              <a:endCxn id="55" idx="2"/>
            </p:cNvCxnSpPr>
            <p:nvPr/>
          </p:nvCxnSpPr>
          <p:spPr>
            <a:xfrm>
              <a:off x="7004281" y="1539155"/>
              <a:ext cx="1144965" cy="1376487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E9494ED0-7E87-F6F1-2C89-A519B816F073}"/>
                </a:ext>
              </a:extLst>
            </p:cNvPr>
            <p:cNvCxnSpPr>
              <a:cxnSpLocks/>
              <a:endCxn id="57" idx="2"/>
            </p:cNvCxnSpPr>
            <p:nvPr/>
          </p:nvCxnSpPr>
          <p:spPr>
            <a:xfrm>
              <a:off x="7004281" y="1539155"/>
              <a:ext cx="1144965" cy="2344866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A4AE0442-E495-3C6E-2F76-ECBEE0F4DE5E}"/>
                </a:ext>
              </a:extLst>
            </p:cNvPr>
            <p:cNvCxnSpPr>
              <a:cxnSpLocks/>
              <a:endCxn id="54" idx="2"/>
            </p:cNvCxnSpPr>
            <p:nvPr/>
          </p:nvCxnSpPr>
          <p:spPr>
            <a:xfrm flipV="1">
              <a:off x="7004281" y="1960042"/>
              <a:ext cx="1144965" cy="519680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FD6987A2-8E7D-E547-16A6-5698AD55762F}"/>
                </a:ext>
              </a:extLst>
            </p:cNvPr>
            <p:cNvCxnSpPr>
              <a:cxnSpLocks/>
              <a:endCxn id="55" idx="2"/>
            </p:cNvCxnSpPr>
            <p:nvPr/>
          </p:nvCxnSpPr>
          <p:spPr>
            <a:xfrm>
              <a:off x="7004281" y="2479722"/>
              <a:ext cx="1144965" cy="435920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C4EBDE27-BEB3-F587-3798-5BCBE2326EF2}"/>
                </a:ext>
              </a:extLst>
            </p:cNvPr>
            <p:cNvCxnSpPr>
              <a:cxnSpLocks/>
              <a:endCxn id="57" idx="2"/>
            </p:cNvCxnSpPr>
            <p:nvPr/>
          </p:nvCxnSpPr>
          <p:spPr>
            <a:xfrm>
              <a:off x="7004281" y="2479722"/>
              <a:ext cx="1144965" cy="1404299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EC175CC5-3F61-B589-2D2E-9B0A28DC50C7}"/>
                </a:ext>
              </a:extLst>
            </p:cNvPr>
            <p:cNvCxnSpPr>
              <a:cxnSpLocks/>
              <a:endCxn id="54" idx="2"/>
            </p:cNvCxnSpPr>
            <p:nvPr/>
          </p:nvCxnSpPr>
          <p:spPr>
            <a:xfrm flipV="1">
              <a:off x="7004281" y="1960042"/>
              <a:ext cx="1144965" cy="1460247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44D438CF-2D03-A35E-B687-B5FC3D26ACA9}"/>
                </a:ext>
              </a:extLst>
            </p:cNvPr>
            <p:cNvCxnSpPr>
              <a:cxnSpLocks/>
              <a:endCxn id="55" idx="2"/>
            </p:cNvCxnSpPr>
            <p:nvPr/>
          </p:nvCxnSpPr>
          <p:spPr>
            <a:xfrm flipV="1">
              <a:off x="7004281" y="2915642"/>
              <a:ext cx="1144965" cy="504647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570F3C76-417F-8574-BF6C-DF80A1DA0B9A}"/>
                </a:ext>
              </a:extLst>
            </p:cNvPr>
            <p:cNvCxnSpPr>
              <a:cxnSpLocks/>
              <a:endCxn id="57" idx="2"/>
            </p:cNvCxnSpPr>
            <p:nvPr/>
          </p:nvCxnSpPr>
          <p:spPr>
            <a:xfrm>
              <a:off x="7004281" y="3420289"/>
              <a:ext cx="1144965" cy="463732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1424EA3A-F571-6B21-B70B-3B8B2C7F74B8}"/>
                </a:ext>
              </a:extLst>
            </p:cNvPr>
            <p:cNvCxnSpPr>
              <a:cxnSpLocks/>
              <a:endCxn id="54" idx="2"/>
            </p:cNvCxnSpPr>
            <p:nvPr/>
          </p:nvCxnSpPr>
          <p:spPr>
            <a:xfrm flipV="1">
              <a:off x="7004281" y="1960042"/>
              <a:ext cx="1144965" cy="2396323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9595D564-2C61-4C3B-4B8E-F4FD186A4514}"/>
                </a:ext>
              </a:extLst>
            </p:cNvPr>
            <p:cNvCxnSpPr>
              <a:cxnSpLocks/>
              <a:endCxn id="55" idx="2"/>
            </p:cNvCxnSpPr>
            <p:nvPr/>
          </p:nvCxnSpPr>
          <p:spPr>
            <a:xfrm flipV="1">
              <a:off x="7004281" y="2915642"/>
              <a:ext cx="1144965" cy="1440723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0707466-E431-2D2B-C686-BAA9A0A087E4}"/>
                </a:ext>
              </a:extLst>
            </p:cNvPr>
            <p:cNvCxnSpPr>
              <a:cxnSpLocks/>
              <a:endCxn id="57" idx="2"/>
            </p:cNvCxnSpPr>
            <p:nvPr/>
          </p:nvCxnSpPr>
          <p:spPr>
            <a:xfrm flipV="1">
              <a:off x="7004281" y="3884021"/>
              <a:ext cx="1144965" cy="472344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79490B43-45EF-B5A9-63E0-A29A07A88519}"/>
                </a:ext>
              </a:extLst>
            </p:cNvPr>
            <p:cNvSpPr/>
            <p:nvPr/>
          </p:nvSpPr>
          <p:spPr>
            <a:xfrm>
              <a:off x="3791821" y="1269155"/>
              <a:ext cx="540000" cy="54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EE64277E-ADDF-DB2D-6AEC-D673B02294F4}"/>
                </a:ext>
              </a:extLst>
            </p:cNvPr>
            <p:cNvSpPr/>
            <p:nvPr/>
          </p:nvSpPr>
          <p:spPr>
            <a:xfrm>
              <a:off x="3791821" y="2209722"/>
              <a:ext cx="540000" cy="54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AD1AA1DC-AF7A-A07F-8D74-BDBAB306055A}"/>
                </a:ext>
              </a:extLst>
            </p:cNvPr>
            <p:cNvSpPr/>
            <p:nvPr/>
          </p:nvSpPr>
          <p:spPr>
            <a:xfrm>
              <a:off x="3791821" y="3150289"/>
              <a:ext cx="540000" cy="54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9403EBE-ED66-4397-858A-0EDD28B7DFC3}"/>
                </a:ext>
              </a:extLst>
            </p:cNvPr>
            <p:cNvSpPr/>
            <p:nvPr/>
          </p:nvSpPr>
          <p:spPr>
            <a:xfrm>
              <a:off x="3791821" y="4086365"/>
              <a:ext cx="540000" cy="54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80F2E498-2CA2-976D-2C55-1336088ECCF2}"/>
                </a:ext>
              </a:extLst>
            </p:cNvPr>
            <p:cNvCxnSpPr>
              <a:cxnSpLocks/>
              <a:stCxn id="30" idx="6"/>
              <a:endCxn id="117" idx="2"/>
            </p:cNvCxnSpPr>
            <p:nvPr/>
          </p:nvCxnSpPr>
          <p:spPr>
            <a:xfrm>
              <a:off x="3427412" y="4356365"/>
              <a:ext cx="3644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DE65A9E7-559E-177A-9188-2340236B0819}"/>
                </a:ext>
              </a:extLst>
            </p:cNvPr>
            <p:cNvCxnSpPr>
              <a:cxnSpLocks/>
              <a:stCxn id="29" idx="6"/>
              <a:endCxn id="115" idx="2"/>
            </p:cNvCxnSpPr>
            <p:nvPr/>
          </p:nvCxnSpPr>
          <p:spPr>
            <a:xfrm>
              <a:off x="3427412" y="3420289"/>
              <a:ext cx="3644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19F082A9-A179-545E-DCBA-9505F0E35BFB}"/>
                </a:ext>
              </a:extLst>
            </p:cNvPr>
            <p:cNvCxnSpPr>
              <a:cxnSpLocks/>
              <a:stCxn id="28" idx="6"/>
              <a:endCxn id="114" idx="2"/>
            </p:cNvCxnSpPr>
            <p:nvPr/>
          </p:nvCxnSpPr>
          <p:spPr>
            <a:xfrm>
              <a:off x="3427412" y="2479722"/>
              <a:ext cx="3644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1D04FB7-6887-04ED-AA1B-88247FD9D9A3}"/>
                </a:ext>
              </a:extLst>
            </p:cNvPr>
            <p:cNvCxnSpPr>
              <a:cxnSpLocks/>
              <a:stCxn id="26" idx="6"/>
              <a:endCxn id="113" idx="2"/>
            </p:cNvCxnSpPr>
            <p:nvPr/>
          </p:nvCxnSpPr>
          <p:spPr>
            <a:xfrm>
              <a:off x="3427412" y="1539155"/>
              <a:ext cx="3644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17D04718-A2D4-B822-6D19-3B40FCF1013D}"/>
                </a:ext>
              </a:extLst>
            </p:cNvPr>
            <p:cNvSpPr/>
            <p:nvPr/>
          </p:nvSpPr>
          <p:spPr>
            <a:xfrm>
              <a:off x="6481537" y="1269155"/>
              <a:ext cx="540000" cy="540000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4CDFC2EB-F807-4C71-E4FF-A8A2B26EE35F}"/>
                </a:ext>
              </a:extLst>
            </p:cNvPr>
            <p:cNvSpPr/>
            <p:nvPr/>
          </p:nvSpPr>
          <p:spPr>
            <a:xfrm>
              <a:off x="6481537" y="2209722"/>
              <a:ext cx="540000" cy="540000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3D59FEDF-847F-60D9-F5F5-A7637E10FA37}"/>
                </a:ext>
              </a:extLst>
            </p:cNvPr>
            <p:cNvSpPr/>
            <p:nvPr/>
          </p:nvSpPr>
          <p:spPr>
            <a:xfrm>
              <a:off x="6481537" y="3150289"/>
              <a:ext cx="540000" cy="540000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E0488836-DCF9-8CEB-72E8-6BB07B9DEE88}"/>
                </a:ext>
              </a:extLst>
            </p:cNvPr>
            <p:cNvSpPr/>
            <p:nvPr/>
          </p:nvSpPr>
          <p:spPr>
            <a:xfrm>
              <a:off x="6481537" y="4086365"/>
              <a:ext cx="540000" cy="540000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050" dirty="0"/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B19BB06C-A32E-7FE3-C333-B01B4586CE39}"/>
                </a:ext>
              </a:extLst>
            </p:cNvPr>
            <p:cNvCxnSpPr>
              <a:cxnSpLocks/>
              <a:endCxn id="129" idx="2"/>
            </p:cNvCxnSpPr>
            <p:nvPr/>
          </p:nvCxnSpPr>
          <p:spPr>
            <a:xfrm>
              <a:off x="6117128" y="4356365"/>
              <a:ext cx="364409" cy="0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3B812FAA-39D3-132A-388C-B12552C6F07B}"/>
                </a:ext>
              </a:extLst>
            </p:cNvPr>
            <p:cNvCxnSpPr>
              <a:cxnSpLocks/>
              <a:endCxn id="127" idx="2"/>
            </p:cNvCxnSpPr>
            <p:nvPr/>
          </p:nvCxnSpPr>
          <p:spPr>
            <a:xfrm>
              <a:off x="6117128" y="3420289"/>
              <a:ext cx="364409" cy="0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9B4643A2-BB4B-11BC-EA0F-FBAD39FA9F71}"/>
                </a:ext>
              </a:extLst>
            </p:cNvPr>
            <p:cNvCxnSpPr>
              <a:cxnSpLocks/>
              <a:endCxn id="126" idx="2"/>
            </p:cNvCxnSpPr>
            <p:nvPr/>
          </p:nvCxnSpPr>
          <p:spPr>
            <a:xfrm>
              <a:off x="6117128" y="2479722"/>
              <a:ext cx="364409" cy="0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EC8F736C-D0C8-A65B-5996-0A2E7CAF6E9C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>
              <a:off x="6117128" y="1539155"/>
              <a:ext cx="364409" cy="0"/>
            </a:xfrm>
            <a:prstGeom prst="straightConnector1">
              <a:avLst/>
            </a:prstGeom>
            <a:ln>
              <a:solidFill>
                <a:srgbClr val="7900AC"/>
              </a:solidFill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61FFD53-CA96-B8EE-0F55-CE66573CF7EC}"/>
                </a:ext>
              </a:extLst>
            </p:cNvPr>
            <p:cNvSpPr txBox="1"/>
            <p:nvPr/>
          </p:nvSpPr>
          <p:spPr>
            <a:xfrm flipH="1">
              <a:off x="2954859" y="4742932"/>
              <a:ext cx="1106963" cy="386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050" i="1" dirty="0"/>
                <a:t>Layer 1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D25915D-15C6-BD90-E027-D03E754C85B9}"/>
                </a:ext>
              </a:extLst>
            </p:cNvPr>
            <p:cNvSpPr txBox="1"/>
            <p:nvPr/>
          </p:nvSpPr>
          <p:spPr>
            <a:xfrm flipH="1">
              <a:off x="5725397" y="4765859"/>
              <a:ext cx="1106963" cy="386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050" i="1" dirty="0"/>
                <a:t>Layer 2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FF459C8-ABDB-E291-51EB-07CD84AA05D3}"/>
              </a:ext>
            </a:extLst>
          </p:cNvPr>
          <p:cNvSpPr/>
          <p:nvPr/>
        </p:nvSpPr>
        <p:spPr>
          <a:xfrm>
            <a:off x="263367" y="2246475"/>
            <a:ext cx="11665267" cy="344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920" dirty="0"/>
              <a:t>Neural Network 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F03CC3-0AEE-8C2A-2E44-7D80E63AB172}"/>
              </a:ext>
            </a:extLst>
          </p:cNvPr>
          <p:cNvSpPr/>
          <p:nvPr/>
        </p:nvSpPr>
        <p:spPr>
          <a:xfrm>
            <a:off x="263366" y="219689"/>
            <a:ext cx="11665267" cy="344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920" dirty="0"/>
              <a:t>Root Finding for Embedded ReLU 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3">
                <a:extLst>
                  <a:ext uri="{FF2B5EF4-FFF2-40B4-BE49-F238E27FC236}">
                    <a16:creationId xmlns:a16="http://schemas.microsoft.com/office/drawing/2014/main" id="{D289570C-EC86-AD25-FEA9-7303D92C27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3368" y="2726719"/>
                <a:ext cx="6096972" cy="3041176"/>
              </a:xfrm>
              <a:prstGeom prst="rect">
                <a:avLst/>
              </a:prstGeom>
            </p:spPr>
            <p:txBody>
              <a:bodyPr vert="horz" lIns="54864" tIns="27432" rIns="54864" bIns="27432" rtlCol="0" anchor="t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  <a:spcAft>
                    <a:spcPts val="960"/>
                  </a:spcAft>
                </a:pPr>
                <a:r>
                  <a:rPr lang="en-CA" dirty="0">
                    <a:solidFill>
                      <a:schemeClr val="tx1"/>
                    </a:solidFill>
                    <a:latin typeface="+mj-lt"/>
                  </a:rPr>
                  <a:t>From Aydinoglu et al. [2021], a NN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 dirty="0">
                    <a:solidFill>
                      <a:schemeClr val="tx1"/>
                    </a:solidFill>
                    <a:latin typeface="+mj-lt"/>
                  </a:rPr>
                  <a:t> is a multilayer perceptron with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  <a:latin typeface="+mj-lt"/>
                  </a:rPr>
                  <a:t> hidden layers:</a:t>
                </a:r>
              </a:p>
              <a:p>
                <a:pPr>
                  <a:lnSpc>
                    <a:spcPct val="110000"/>
                  </a:lnSpc>
                  <a:spcAft>
                    <a:spcPts val="96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𝑅𝑒𝐿𝑈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p>
                            <m:sSupPr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sup>
                          </m:sSup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∘…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𝑅𝑒𝐿𝑈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p>
                            <m:sSupPr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d>
                        <m:dPr>
                          <m:ctrlP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en-CA" dirty="0">
                  <a:solidFill>
                    <a:schemeClr val="tx1"/>
                  </a:solidFill>
                  <a:latin typeface="+mj-lt"/>
                </a:endParaRPr>
              </a:p>
              <a:p>
                <a:pPr marL="274320" indent="-274320">
                  <a:lnSpc>
                    <a:spcPct val="110000"/>
                  </a:lnSpc>
                  <a:spcAft>
                    <a:spcPts val="960"/>
                  </a:spcAft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Affine function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)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– describing weighted linear relationship between neurons between hidden layers. It satisfies: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d>
                          <m:dPr>
                            <m:ctrl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𝜣</m:t>
                        </m:r>
                      </m:e>
                      <m:sup>
                        <m:d>
                          <m:dPr>
                            <m:ctrl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d>
                          <m:dPr>
                            <m:ctrl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</a:t>
                </a:r>
              </a:p>
              <a:p>
                <a:pPr marL="274320" indent="-274320">
                  <a:lnSpc>
                    <a:spcPct val="110000"/>
                  </a:lnSpc>
                  <a:spcAft>
                    <a:spcPts val="960"/>
                  </a:spcAft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Activation function </a:t>
                </a:r>
                <a14:m>
                  <m:oMath xmlns:m="http://schemas.openxmlformats.org/officeDocument/2006/math">
                    <m:r>
                      <a:rPr lang="en-CA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CA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𝑅𝑒𝐿𝑈</m:t>
                        </m:r>
                      </m:sub>
                    </m:sSub>
                    <m:r>
                      <a:rPr lang="en-CA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  <a:latin typeface="+mj-lt"/>
                  </a:rPr>
                  <a:t>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𝑅𝑒𝐿𝑈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. </a:t>
                </a:r>
              </a:p>
            </p:txBody>
          </p:sp>
        </mc:Choice>
        <mc:Fallback xmlns="">
          <p:sp>
            <p:nvSpPr>
              <p:cNvPr id="13" name="Text Placeholder 3">
                <a:extLst>
                  <a:ext uri="{FF2B5EF4-FFF2-40B4-BE49-F238E27FC236}">
                    <a16:creationId xmlns:a16="http://schemas.microsoft.com/office/drawing/2014/main" id="{D289570C-EC86-AD25-FEA9-7303D92C2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8" y="2726719"/>
                <a:ext cx="6096972" cy="3041176"/>
              </a:xfrm>
              <a:prstGeom prst="rect">
                <a:avLst/>
              </a:prstGeom>
              <a:blipFill>
                <a:blip r:embed="rId2"/>
                <a:stretch>
                  <a:fillRect l="-1400" t="-1202" r="-1600" b="-220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5529AA-CA86-F26E-8EE0-0E73CE42B99A}"/>
                  </a:ext>
                </a:extLst>
              </p:cNvPr>
              <p:cNvSpPr txBox="1"/>
              <p:nvPr/>
            </p:nvSpPr>
            <p:spPr>
              <a:xfrm>
                <a:off x="264341" y="756806"/>
                <a:ext cx="1166429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CA" b="1" dirty="0">
                    <a:solidFill>
                      <a:schemeClr val="tx1"/>
                    </a:solidFill>
                  </a:rPr>
                  <a:t>Goal</a:t>
                </a:r>
                <a:r>
                  <a:rPr lang="en-CA" dirty="0">
                    <a:solidFill>
                      <a:schemeClr val="tx1"/>
                    </a:solidFill>
                  </a:rPr>
                  <a:t>: Given a fitted ReLU neural network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applied to state variable </a:t>
                </a:r>
                <a14:m>
                  <m:oMath xmlns:m="http://schemas.openxmlformats.org/officeDocument/2006/math"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, solve:</a:t>
                </a:r>
              </a:p>
              <a:p>
                <a:pPr marL="0" indent="0">
                  <a:buClr>
                    <a:srgbClr val="79003C"/>
                  </a:buCl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CA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CA" b="1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CA" dirty="0">
                    <a:solidFill>
                      <a:schemeClr val="tx1"/>
                    </a:solidFill>
                  </a:rPr>
                  <a:t>Where residual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is defined as:</a:t>
                </a:r>
                <a:endParaRPr lang="en-CA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𝑷𝒙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𝑸𝒚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CA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5529AA-CA86-F26E-8EE0-0E73CE42B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41" y="756806"/>
                <a:ext cx="11664292" cy="1200329"/>
              </a:xfrm>
              <a:prstGeom prst="rect">
                <a:avLst/>
              </a:prstGeom>
              <a:blipFill>
                <a:blip r:embed="rId3"/>
                <a:stretch>
                  <a:fillRect l="-313" t="-2538" b="-304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690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C9188-1201-9409-1FBC-D371AED0D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166">
            <a:extLst>
              <a:ext uri="{FF2B5EF4-FFF2-40B4-BE49-F238E27FC236}">
                <a16:creationId xmlns:a16="http://schemas.microsoft.com/office/drawing/2014/main" id="{CCC378E5-586E-4220-82FB-177FA0E7F2D9}"/>
              </a:ext>
            </a:extLst>
          </p:cNvPr>
          <p:cNvSpPr txBox="1"/>
          <p:nvPr/>
        </p:nvSpPr>
        <p:spPr>
          <a:xfrm flipH="1">
            <a:off x="1300744" y="1040030"/>
            <a:ext cx="78047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7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Input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FAA6CC0-CBE0-383E-68C0-66F05E4EB78C}"/>
              </a:ext>
            </a:extLst>
          </p:cNvPr>
          <p:cNvSpPr/>
          <p:nvPr/>
        </p:nvSpPr>
        <p:spPr>
          <a:xfrm>
            <a:off x="3116272" y="963792"/>
            <a:ext cx="540000" cy="540000"/>
          </a:xfrm>
          <a:prstGeom prst="ellipse">
            <a:avLst/>
          </a:prstGeom>
          <a:solidFill>
            <a:srgbClr val="C39BE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0E6DE945-9915-34AC-8F8B-7BED93ECDA55}"/>
              </a:ext>
            </a:extLst>
          </p:cNvPr>
          <p:cNvSpPr/>
          <p:nvPr/>
        </p:nvSpPr>
        <p:spPr>
          <a:xfrm>
            <a:off x="3116272" y="1904359"/>
            <a:ext cx="540000" cy="540000"/>
          </a:xfrm>
          <a:prstGeom prst="ellipse">
            <a:avLst/>
          </a:prstGeom>
          <a:solidFill>
            <a:srgbClr val="C39BE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B22461EB-8DFC-F758-386E-1FA713C75BEA}"/>
              </a:ext>
            </a:extLst>
          </p:cNvPr>
          <p:cNvSpPr/>
          <p:nvPr/>
        </p:nvSpPr>
        <p:spPr>
          <a:xfrm>
            <a:off x="3116272" y="2844926"/>
            <a:ext cx="540000" cy="540000"/>
          </a:xfrm>
          <a:prstGeom prst="ellipse">
            <a:avLst/>
          </a:prstGeom>
          <a:solidFill>
            <a:srgbClr val="C39BE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1932FE51-DE52-F588-C001-AE2F9A98D7E1}"/>
              </a:ext>
            </a:extLst>
          </p:cNvPr>
          <p:cNvSpPr/>
          <p:nvPr/>
        </p:nvSpPr>
        <p:spPr>
          <a:xfrm>
            <a:off x="3116272" y="3781002"/>
            <a:ext cx="540000" cy="540000"/>
          </a:xfrm>
          <a:prstGeom prst="ellipse">
            <a:avLst/>
          </a:prstGeom>
          <a:solidFill>
            <a:srgbClr val="C39BE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D76FAD6-93B4-7BFB-DABF-EEE3E2BC36E2}"/>
              </a:ext>
            </a:extLst>
          </p:cNvPr>
          <p:cNvSpPr txBox="1"/>
          <p:nvPr/>
        </p:nvSpPr>
        <p:spPr>
          <a:xfrm flipH="1">
            <a:off x="2945702" y="695522"/>
            <a:ext cx="270398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7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Hidden Layers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B7F703B7-8281-1EE7-3E90-F3E9F9E23A73}"/>
              </a:ext>
            </a:extLst>
          </p:cNvPr>
          <p:cNvSpPr/>
          <p:nvPr/>
        </p:nvSpPr>
        <p:spPr>
          <a:xfrm>
            <a:off x="4940541" y="963792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80E3453B-513C-9940-2BF3-CCCD83441E04}"/>
              </a:ext>
            </a:extLst>
          </p:cNvPr>
          <p:cNvSpPr/>
          <p:nvPr/>
        </p:nvSpPr>
        <p:spPr>
          <a:xfrm>
            <a:off x="4940541" y="1904359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2E0035D9-0996-04AE-464F-AA27EE4C3247}"/>
              </a:ext>
            </a:extLst>
          </p:cNvPr>
          <p:cNvSpPr/>
          <p:nvPr/>
        </p:nvSpPr>
        <p:spPr>
          <a:xfrm>
            <a:off x="4940541" y="2844926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FCC03EE5-2070-0760-6EE2-7A0590054007}"/>
              </a:ext>
            </a:extLst>
          </p:cNvPr>
          <p:cNvSpPr/>
          <p:nvPr/>
        </p:nvSpPr>
        <p:spPr>
          <a:xfrm>
            <a:off x="4940541" y="3781002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3BC7F741-B5F9-9718-7FBE-009AAA18AB9A}"/>
              </a:ext>
            </a:extLst>
          </p:cNvPr>
          <p:cNvSpPr/>
          <p:nvPr/>
        </p:nvSpPr>
        <p:spPr>
          <a:xfrm>
            <a:off x="6625506" y="1384679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0E1A2B2A-3286-DF23-96E3-04C960F7F77A}"/>
              </a:ext>
            </a:extLst>
          </p:cNvPr>
          <p:cNvSpPr/>
          <p:nvPr/>
        </p:nvSpPr>
        <p:spPr>
          <a:xfrm>
            <a:off x="6625506" y="2340279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993DE58A-3A8F-41FF-A9ED-A71D5FC05F94}"/>
              </a:ext>
            </a:extLst>
          </p:cNvPr>
          <p:cNvSpPr/>
          <p:nvPr/>
        </p:nvSpPr>
        <p:spPr>
          <a:xfrm>
            <a:off x="6625506" y="3308658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12118B1-4028-063C-4A93-8FC13214FB83}"/>
              </a:ext>
            </a:extLst>
          </p:cNvPr>
          <p:cNvSpPr txBox="1"/>
          <p:nvPr/>
        </p:nvSpPr>
        <p:spPr>
          <a:xfrm flipH="1">
            <a:off x="6409985" y="1040030"/>
            <a:ext cx="97104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7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Output</a:t>
            </a:r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753E2843-5384-3F6F-4BFC-390FD7F4E1FE}"/>
              </a:ext>
            </a:extLst>
          </p:cNvPr>
          <p:cNvCxnSpPr>
            <a:cxnSpLocks/>
            <a:stCxn id="168" idx="6"/>
            <a:endCxn id="177" idx="2"/>
          </p:cNvCxnSpPr>
          <p:nvPr/>
        </p:nvCxnSpPr>
        <p:spPr>
          <a:xfrm>
            <a:off x="3656272" y="1233792"/>
            <a:ext cx="1284269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77480F0F-7749-A18A-7882-0AB6705CE476}"/>
              </a:ext>
            </a:extLst>
          </p:cNvPr>
          <p:cNvCxnSpPr>
            <a:cxnSpLocks/>
            <a:stCxn id="168" idx="6"/>
            <a:endCxn id="178" idx="2"/>
          </p:cNvCxnSpPr>
          <p:nvPr/>
        </p:nvCxnSpPr>
        <p:spPr>
          <a:xfrm>
            <a:off x="3656272" y="1233792"/>
            <a:ext cx="1284269" cy="940567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DF9B7FEE-ABD4-7BE0-9C9E-6398B27C0531}"/>
              </a:ext>
            </a:extLst>
          </p:cNvPr>
          <p:cNvCxnSpPr>
            <a:cxnSpLocks/>
            <a:stCxn id="168" idx="6"/>
            <a:endCxn id="179" idx="2"/>
          </p:cNvCxnSpPr>
          <p:nvPr/>
        </p:nvCxnSpPr>
        <p:spPr>
          <a:xfrm>
            <a:off x="3656272" y="1233792"/>
            <a:ext cx="1284269" cy="1881134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320A7D97-2AFA-B223-7E1B-52FFE814C55C}"/>
              </a:ext>
            </a:extLst>
          </p:cNvPr>
          <p:cNvCxnSpPr>
            <a:cxnSpLocks/>
            <a:stCxn id="168" idx="6"/>
            <a:endCxn id="180" idx="2"/>
          </p:cNvCxnSpPr>
          <p:nvPr/>
        </p:nvCxnSpPr>
        <p:spPr>
          <a:xfrm>
            <a:off x="3656272" y="1233792"/>
            <a:ext cx="1284269" cy="281721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2409DDA7-AC6F-1A23-3ACD-021FB27E215B}"/>
              </a:ext>
            </a:extLst>
          </p:cNvPr>
          <p:cNvCxnSpPr>
            <a:cxnSpLocks/>
            <a:stCxn id="169" idx="6"/>
            <a:endCxn id="177" idx="2"/>
          </p:cNvCxnSpPr>
          <p:nvPr/>
        </p:nvCxnSpPr>
        <p:spPr>
          <a:xfrm flipV="1">
            <a:off x="3656272" y="1233792"/>
            <a:ext cx="1284269" cy="940567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6F6B98D-C375-BD9A-1457-A72F318FB47C}"/>
              </a:ext>
            </a:extLst>
          </p:cNvPr>
          <p:cNvCxnSpPr>
            <a:cxnSpLocks/>
            <a:stCxn id="169" idx="6"/>
            <a:endCxn id="178" idx="2"/>
          </p:cNvCxnSpPr>
          <p:nvPr/>
        </p:nvCxnSpPr>
        <p:spPr>
          <a:xfrm>
            <a:off x="3656272" y="2174359"/>
            <a:ext cx="1284269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4B2075C5-E678-2B40-C3D5-138CCFD536FC}"/>
              </a:ext>
            </a:extLst>
          </p:cNvPr>
          <p:cNvCxnSpPr>
            <a:cxnSpLocks/>
            <a:stCxn id="169" idx="6"/>
            <a:endCxn id="179" idx="2"/>
          </p:cNvCxnSpPr>
          <p:nvPr/>
        </p:nvCxnSpPr>
        <p:spPr>
          <a:xfrm>
            <a:off x="3656272" y="2174359"/>
            <a:ext cx="1284269" cy="940567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A8599A48-4794-22F0-C7CF-298C115C4241}"/>
              </a:ext>
            </a:extLst>
          </p:cNvPr>
          <p:cNvCxnSpPr>
            <a:cxnSpLocks/>
            <a:stCxn id="169" idx="6"/>
            <a:endCxn id="180" idx="2"/>
          </p:cNvCxnSpPr>
          <p:nvPr/>
        </p:nvCxnSpPr>
        <p:spPr>
          <a:xfrm>
            <a:off x="3656272" y="2174359"/>
            <a:ext cx="1284269" cy="1876643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0D89EAF6-A162-B03C-512E-E4CE9998BE8E}"/>
              </a:ext>
            </a:extLst>
          </p:cNvPr>
          <p:cNvCxnSpPr>
            <a:cxnSpLocks/>
            <a:stCxn id="170" idx="6"/>
            <a:endCxn id="177" idx="2"/>
          </p:cNvCxnSpPr>
          <p:nvPr/>
        </p:nvCxnSpPr>
        <p:spPr>
          <a:xfrm flipV="1">
            <a:off x="3656272" y="1233792"/>
            <a:ext cx="1284269" cy="1881134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EE663693-16C9-67AD-6B73-657B3306ABD5}"/>
              </a:ext>
            </a:extLst>
          </p:cNvPr>
          <p:cNvCxnSpPr>
            <a:cxnSpLocks/>
            <a:stCxn id="170" idx="6"/>
            <a:endCxn id="178" idx="2"/>
          </p:cNvCxnSpPr>
          <p:nvPr/>
        </p:nvCxnSpPr>
        <p:spPr>
          <a:xfrm flipV="1">
            <a:off x="3656272" y="2174359"/>
            <a:ext cx="1284269" cy="940567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84453CC-0ED4-17FE-14B5-43A8ABF78066}"/>
              </a:ext>
            </a:extLst>
          </p:cNvPr>
          <p:cNvCxnSpPr>
            <a:cxnSpLocks/>
            <a:stCxn id="170" idx="6"/>
            <a:endCxn id="179" idx="2"/>
          </p:cNvCxnSpPr>
          <p:nvPr/>
        </p:nvCxnSpPr>
        <p:spPr>
          <a:xfrm>
            <a:off x="3656272" y="3114926"/>
            <a:ext cx="1284269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9788DCCD-F792-963D-8FF2-9F0F7EE30FDD}"/>
              </a:ext>
            </a:extLst>
          </p:cNvPr>
          <p:cNvCxnSpPr>
            <a:cxnSpLocks/>
            <a:stCxn id="170" idx="6"/>
            <a:endCxn id="180" idx="2"/>
          </p:cNvCxnSpPr>
          <p:nvPr/>
        </p:nvCxnSpPr>
        <p:spPr>
          <a:xfrm>
            <a:off x="3656272" y="3114926"/>
            <a:ext cx="1284269" cy="936076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0B76B348-6D17-B9B3-1E2D-723DE2A416EF}"/>
              </a:ext>
            </a:extLst>
          </p:cNvPr>
          <p:cNvCxnSpPr>
            <a:cxnSpLocks/>
            <a:stCxn id="171" idx="6"/>
            <a:endCxn id="177" idx="2"/>
          </p:cNvCxnSpPr>
          <p:nvPr/>
        </p:nvCxnSpPr>
        <p:spPr>
          <a:xfrm flipV="1">
            <a:off x="3656272" y="1233792"/>
            <a:ext cx="1284269" cy="281721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BCB2C8AD-CF0A-645B-EC47-7F1EE7D4D923}"/>
              </a:ext>
            </a:extLst>
          </p:cNvPr>
          <p:cNvCxnSpPr>
            <a:cxnSpLocks/>
            <a:stCxn id="171" idx="6"/>
            <a:endCxn id="178" idx="2"/>
          </p:cNvCxnSpPr>
          <p:nvPr/>
        </p:nvCxnSpPr>
        <p:spPr>
          <a:xfrm flipV="1">
            <a:off x="3656272" y="2174359"/>
            <a:ext cx="1284269" cy="1876643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3C8AAD8-BA27-1E79-2ACD-F0FF72E01080}"/>
              </a:ext>
            </a:extLst>
          </p:cNvPr>
          <p:cNvCxnSpPr>
            <a:cxnSpLocks/>
            <a:stCxn id="171" idx="6"/>
            <a:endCxn id="179" idx="2"/>
          </p:cNvCxnSpPr>
          <p:nvPr/>
        </p:nvCxnSpPr>
        <p:spPr>
          <a:xfrm flipV="1">
            <a:off x="3656272" y="3114926"/>
            <a:ext cx="1284269" cy="936076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B46D1031-5A04-4FF2-980F-8B1389878384}"/>
              </a:ext>
            </a:extLst>
          </p:cNvPr>
          <p:cNvCxnSpPr>
            <a:cxnSpLocks/>
            <a:stCxn id="171" idx="6"/>
            <a:endCxn id="180" idx="2"/>
          </p:cNvCxnSpPr>
          <p:nvPr/>
        </p:nvCxnSpPr>
        <p:spPr>
          <a:xfrm>
            <a:off x="3656272" y="4051002"/>
            <a:ext cx="1284269" cy="0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D56CC9C6-20F9-A3BA-4779-1FD2BC1B95C9}"/>
              </a:ext>
            </a:extLst>
          </p:cNvPr>
          <p:cNvCxnSpPr>
            <a:cxnSpLocks/>
            <a:stCxn id="177" idx="6"/>
            <a:endCxn id="181" idx="2"/>
          </p:cNvCxnSpPr>
          <p:nvPr/>
        </p:nvCxnSpPr>
        <p:spPr>
          <a:xfrm>
            <a:off x="5480541" y="1233792"/>
            <a:ext cx="1144965" cy="42088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F02A0FC2-C90B-CA14-E6A7-2B51085F03C6}"/>
              </a:ext>
            </a:extLst>
          </p:cNvPr>
          <p:cNvCxnSpPr>
            <a:cxnSpLocks/>
            <a:stCxn id="177" idx="6"/>
            <a:endCxn id="182" idx="2"/>
          </p:cNvCxnSpPr>
          <p:nvPr/>
        </p:nvCxnSpPr>
        <p:spPr>
          <a:xfrm>
            <a:off x="5480541" y="1233792"/>
            <a:ext cx="1144965" cy="137648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549991A-617D-A5A4-D9C7-0B6C2930BCEC}"/>
              </a:ext>
            </a:extLst>
          </p:cNvPr>
          <p:cNvCxnSpPr>
            <a:cxnSpLocks/>
            <a:stCxn id="177" idx="6"/>
            <a:endCxn id="183" idx="2"/>
          </p:cNvCxnSpPr>
          <p:nvPr/>
        </p:nvCxnSpPr>
        <p:spPr>
          <a:xfrm>
            <a:off x="5480541" y="1233792"/>
            <a:ext cx="1144965" cy="234486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A0100E8F-63A2-74F9-E989-89AEB7A1A06F}"/>
              </a:ext>
            </a:extLst>
          </p:cNvPr>
          <p:cNvCxnSpPr>
            <a:cxnSpLocks/>
            <a:stCxn id="178" idx="6"/>
            <a:endCxn id="181" idx="2"/>
          </p:cNvCxnSpPr>
          <p:nvPr/>
        </p:nvCxnSpPr>
        <p:spPr>
          <a:xfrm flipV="1">
            <a:off x="5480541" y="1654679"/>
            <a:ext cx="1144965" cy="51968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88FA3C12-8758-F127-F904-8D9992DE8BB1}"/>
              </a:ext>
            </a:extLst>
          </p:cNvPr>
          <p:cNvCxnSpPr>
            <a:cxnSpLocks/>
            <a:stCxn id="178" idx="6"/>
            <a:endCxn id="182" idx="2"/>
          </p:cNvCxnSpPr>
          <p:nvPr/>
        </p:nvCxnSpPr>
        <p:spPr>
          <a:xfrm>
            <a:off x="5480541" y="2174359"/>
            <a:ext cx="1144965" cy="43592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FCE93CF1-2DFC-F885-2E3F-39DDFE207636}"/>
              </a:ext>
            </a:extLst>
          </p:cNvPr>
          <p:cNvCxnSpPr>
            <a:cxnSpLocks/>
            <a:stCxn id="178" idx="6"/>
            <a:endCxn id="183" idx="2"/>
          </p:cNvCxnSpPr>
          <p:nvPr/>
        </p:nvCxnSpPr>
        <p:spPr>
          <a:xfrm>
            <a:off x="5480541" y="2174359"/>
            <a:ext cx="1144965" cy="140429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2F6D6F37-A4BC-4692-B08D-AA2675838090}"/>
              </a:ext>
            </a:extLst>
          </p:cNvPr>
          <p:cNvCxnSpPr>
            <a:cxnSpLocks/>
            <a:stCxn id="179" idx="6"/>
            <a:endCxn id="181" idx="2"/>
          </p:cNvCxnSpPr>
          <p:nvPr/>
        </p:nvCxnSpPr>
        <p:spPr>
          <a:xfrm flipV="1">
            <a:off x="5480541" y="1654679"/>
            <a:ext cx="1144965" cy="146024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DE06386A-E54C-4530-B5FB-3A7AABE985A3}"/>
              </a:ext>
            </a:extLst>
          </p:cNvPr>
          <p:cNvCxnSpPr>
            <a:cxnSpLocks/>
            <a:stCxn id="179" idx="6"/>
            <a:endCxn id="182" idx="2"/>
          </p:cNvCxnSpPr>
          <p:nvPr/>
        </p:nvCxnSpPr>
        <p:spPr>
          <a:xfrm flipV="1">
            <a:off x="5480541" y="2610279"/>
            <a:ext cx="1144965" cy="50464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2B76C544-E257-46F7-ACAD-522FC22E418B}"/>
              </a:ext>
            </a:extLst>
          </p:cNvPr>
          <p:cNvCxnSpPr>
            <a:cxnSpLocks/>
            <a:stCxn id="179" idx="6"/>
            <a:endCxn id="183" idx="2"/>
          </p:cNvCxnSpPr>
          <p:nvPr/>
        </p:nvCxnSpPr>
        <p:spPr>
          <a:xfrm>
            <a:off x="5480541" y="3114926"/>
            <a:ext cx="1144965" cy="46373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0396B6E3-8C50-ACA5-A377-F657208BBC75}"/>
              </a:ext>
            </a:extLst>
          </p:cNvPr>
          <p:cNvCxnSpPr>
            <a:cxnSpLocks/>
            <a:stCxn id="180" idx="6"/>
            <a:endCxn id="181" idx="2"/>
          </p:cNvCxnSpPr>
          <p:nvPr/>
        </p:nvCxnSpPr>
        <p:spPr>
          <a:xfrm flipV="1">
            <a:off x="5480541" y="1654679"/>
            <a:ext cx="1144965" cy="239632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DF0F2C85-0115-47FD-2F4C-002786AC9192}"/>
              </a:ext>
            </a:extLst>
          </p:cNvPr>
          <p:cNvCxnSpPr>
            <a:cxnSpLocks/>
            <a:stCxn id="180" idx="6"/>
            <a:endCxn id="182" idx="2"/>
          </p:cNvCxnSpPr>
          <p:nvPr/>
        </p:nvCxnSpPr>
        <p:spPr>
          <a:xfrm flipV="1">
            <a:off x="5480541" y="2610279"/>
            <a:ext cx="1144965" cy="144072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7041A956-5534-8BB2-E058-07A955B0AFC7}"/>
              </a:ext>
            </a:extLst>
          </p:cNvPr>
          <p:cNvCxnSpPr>
            <a:cxnSpLocks/>
            <a:stCxn id="180" idx="6"/>
            <a:endCxn id="183" idx="2"/>
          </p:cNvCxnSpPr>
          <p:nvPr/>
        </p:nvCxnSpPr>
        <p:spPr>
          <a:xfrm flipV="1">
            <a:off x="5480541" y="3578658"/>
            <a:ext cx="1144965" cy="47234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25" name="Oval 224">
            <a:extLst>
              <a:ext uri="{FF2B5EF4-FFF2-40B4-BE49-F238E27FC236}">
                <a16:creationId xmlns:a16="http://schemas.microsoft.com/office/drawing/2014/main" id="{1BA66430-1BBF-EDE1-1B8C-11D44E6B5DA7}"/>
              </a:ext>
            </a:extLst>
          </p:cNvPr>
          <p:cNvSpPr/>
          <p:nvPr/>
        </p:nvSpPr>
        <p:spPr>
          <a:xfrm>
            <a:off x="1432365" y="1384679"/>
            <a:ext cx="540000" cy="5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1A674627-4803-81B0-B5C4-46274901FD92}"/>
              </a:ext>
            </a:extLst>
          </p:cNvPr>
          <p:cNvSpPr/>
          <p:nvPr/>
        </p:nvSpPr>
        <p:spPr>
          <a:xfrm>
            <a:off x="1432365" y="2340279"/>
            <a:ext cx="540000" cy="5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146538F7-A174-E8A2-45B4-6DBB4D5AF1B0}"/>
              </a:ext>
            </a:extLst>
          </p:cNvPr>
          <p:cNvSpPr/>
          <p:nvPr/>
        </p:nvSpPr>
        <p:spPr>
          <a:xfrm>
            <a:off x="1432365" y="3308658"/>
            <a:ext cx="540000" cy="540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D5E4F4DA-F9F6-0114-19C9-989AA4A06284}"/>
              </a:ext>
            </a:extLst>
          </p:cNvPr>
          <p:cNvCxnSpPr>
            <a:cxnSpLocks/>
            <a:stCxn id="225" idx="6"/>
          </p:cNvCxnSpPr>
          <p:nvPr/>
        </p:nvCxnSpPr>
        <p:spPr>
          <a:xfrm flipV="1">
            <a:off x="1972365" y="1228469"/>
            <a:ext cx="1144996" cy="42621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D7185E62-F909-C8A9-A802-F2036C794FD3}"/>
              </a:ext>
            </a:extLst>
          </p:cNvPr>
          <p:cNvCxnSpPr>
            <a:cxnSpLocks/>
            <a:stCxn id="225" idx="6"/>
          </p:cNvCxnSpPr>
          <p:nvPr/>
        </p:nvCxnSpPr>
        <p:spPr>
          <a:xfrm>
            <a:off x="1972365" y="1654679"/>
            <a:ext cx="1135742" cy="50781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4E6FF4B9-32F1-B0BC-1F07-10E02E9DC857}"/>
              </a:ext>
            </a:extLst>
          </p:cNvPr>
          <p:cNvCxnSpPr>
            <a:cxnSpLocks/>
            <a:stCxn id="225" idx="6"/>
          </p:cNvCxnSpPr>
          <p:nvPr/>
        </p:nvCxnSpPr>
        <p:spPr>
          <a:xfrm>
            <a:off x="1972365" y="1654679"/>
            <a:ext cx="1147784" cy="14483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50D2F911-EA1A-DCB2-4BC4-2ED734FF8F02}"/>
              </a:ext>
            </a:extLst>
          </p:cNvPr>
          <p:cNvCxnSpPr>
            <a:cxnSpLocks/>
            <a:stCxn id="225" idx="6"/>
          </p:cNvCxnSpPr>
          <p:nvPr/>
        </p:nvCxnSpPr>
        <p:spPr>
          <a:xfrm>
            <a:off x="1972365" y="1654679"/>
            <a:ext cx="1150391" cy="238894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4C8F5EB4-D2A6-4CA8-EE2E-8AE2AE34DA7F}"/>
              </a:ext>
            </a:extLst>
          </p:cNvPr>
          <p:cNvCxnSpPr>
            <a:cxnSpLocks/>
            <a:stCxn id="226" idx="6"/>
          </p:cNvCxnSpPr>
          <p:nvPr/>
        </p:nvCxnSpPr>
        <p:spPr>
          <a:xfrm flipV="1">
            <a:off x="1972365" y="1218901"/>
            <a:ext cx="1149295" cy="139137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7FE5893F-0B68-B4F1-0029-748AAB801589}"/>
              </a:ext>
            </a:extLst>
          </p:cNvPr>
          <p:cNvCxnSpPr>
            <a:cxnSpLocks/>
            <a:stCxn id="226" idx="6"/>
          </p:cNvCxnSpPr>
          <p:nvPr/>
        </p:nvCxnSpPr>
        <p:spPr>
          <a:xfrm flipV="1">
            <a:off x="1972365" y="2162493"/>
            <a:ext cx="1135742" cy="44778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FDF61ECD-2927-80FC-7182-39B3090B9818}"/>
              </a:ext>
            </a:extLst>
          </p:cNvPr>
          <p:cNvCxnSpPr>
            <a:cxnSpLocks/>
            <a:stCxn id="226" idx="6"/>
          </p:cNvCxnSpPr>
          <p:nvPr/>
        </p:nvCxnSpPr>
        <p:spPr>
          <a:xfrm>
            <a:off x="1972365" y="2610279"/>
            <a:ext cx="1147784" cy="49278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1427E914-80F3-2313-707D-B871CC5B0008}"/>
              </a:ext>
            </a:extLst>
          </p:cNvPr>
          <p:cNvCxnSpPr>
            <a:cxnSpLocks/>
            <a:stCxn id="226" idx="6"/>
          </p:cNvCxnSpPr>
          <p:nvPr/>
        </p:nvCxnSpPr>
        <p:spPr>
          <a:xfrm>
            <a:off x="1972365" y="2610279"/>
            <a:ext cx="1150391" cy="143334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354D6BDA-F3E6-16C4-F631-B5C1F92F27C4}"/>
              </a:ext>
            </a:extLst>
          </p:cNvPr>
          <p:cNvCxnSpPr>
            <a:cxnSpLocks/>
            <a:stCxn id="227" idx="6"/>
          </p:cNvCxnSpPr>
          <p:nvPr/>
        </p:nvCxnSpPr>
        <p:spPr>
          <a:xfrm flipV="1">
            <a:off x="1972365" y="1218901"/>
            <a:ext cx="1141763" cy="235975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B0FEAEC2-0475-44B6-3EDD-133F75640946}"/>
              </a:ext>
            </a:extLst>
          </p:cNvPr>
          <p:cNvCxnSpPr>
            <a:cxnSpLocks/>
            <a:stCxn id="227" idx="6"/>
          </p:cNvCxnSpPr>
          <p:nvPr/>
        </p:nvCxnSpPr>
        <p:spPr>
          <a:xfrm flipV="1">
            <a:off x="1972365" y="2162493"/>
            <a:ext cx="1135742" cy="141616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DFE8CA99-8981-3A76-10D0-0B3EA7BBEF39}"/>
              </a:ext>
            </a:extLst>
          </p:cNvPr>
          <p:cNvCxnSpPr>
            <a:cxnSpLocks/>
            <a:stCxn id="227" idx="6"/>
          </p:cNvCxnSpPr>
          <p:nvPr/>
        </p:nvCxnSpPr>
        <p:spPr>
          <a:xfrm flipV="1">
            <a:off x="1972365" y="3103060"/>
            <a:ext cx="1147784" cy="47559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9C991A42-DA50-8459-47C0-5DFD8EAEF113}"/>
              </a:ext>
            </a:extLst>
          </p:cNvPr>
          <p:cNvCxnSpPr>
            <a:cxnSpLocks/>
            <a:stCxn id="227" idx="6"/>
          </p:cNvCxnSpPr>
          <p:nvPr/>
        </p:nvCxnSpPr>
        <p:spPr>
          <a:xfrm>
            <a:off x="1972365" y="3578658"/>
            <a:ext cx="1150391" cy="4649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43FFF51-CDA7-BB23-FDD2-7CC1A6E842E7}"/>
              </a:ext>
            </a:extLst>
          </p:cNvPr>
          <p:cNvSpPr/>
          <p:nvPr/>
        </p:nvSpPr>
        <p:spPr>
          <a:xfrm>
            <a:off x="2996036" y="3691156"/>
            <a:ext cx="799540" cy="686896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9CDBE603-0B7F-3B33-DBC3-151531666FDA}"/>
              </a:ext>
            </a:extLst>
          </p:cNvPr>
          <p:cNvSpPr>
            <a:spLocks/>
          </p:cNvSpPr>
          <p:nvPr/>
        </p:nvSpPr>
        <p:spPr>
          <a:xfrm>
            <a:off x="3797274" y="5278828"/>
            <a:ext cx="1401255" cy="808367"/>
          </a:xfrm>
          <a:prstGeom prst="ellipse">
            <a:avLst/>
          </a:prstGeom>
          <a:solidFill>
            <a:srgbClr val="C39BE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DE8F8ABC-8CDD-D953-CE0B-27565A6E90A5}"/>
              </a:ext>
            </a:extLst>
          </p:cNvPr>
          <p:cNvSpPr/>
          <p:nvPr/>
        </p:nvSpPr>
        <p:spPr>
          <a:xfrm>
            <a:off x="4429938" y="5418861"/>
            <a:ext cx="464820" cy="37026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D4A3462E-3861-6C15-30A6-C17B281097CC}"/>
              </a:ext>
            </a:extLst>
          </p:cNvPr>
          <p:cNvCxnSpPr>
            <a:cxnSpLocks/>
          </p:cNvCxnSpPr>
          <p:nvPr/>
        </p:nvCxnSpPr>
        <p:spPr>
          <a:xfrm>
            <a:off x="4291583" y="5297316"/>
            <a:ext cx="1195" cy="777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F52CA205-10D6-C5A5-32BF-1EB218DD9634}"/>
                  </a:ext>
                </a:extLst>
              </p:cNvPr>
              <p:cNvSpPr txBox="1"/>
              <p:nvPr/>
            </p:nvSpPr>
            <p:spPr>
              <a:xfrm>
                <a:off x="3819068" y="5421401"/>
                <a:ext cx="492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sz="2800" b="1" i="0" smtClean="0">
                          <a:latin typeface="Cambria Math" panose="02040503050406030204" pitchFamily="18" charset="0"/>
                        </a:rPr>
                        <m:t>𝚺</m:t>
                      </m:r>
                    </m:oMath>
                  </m:oMathPara>
                </a14:m>
                <a:endParaRPr lang="en-CA" sz="2800" b="1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F52CA205-10D6-C5A5-32BF-1EB218DD9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068" y="5421401"/>
                <a:ext cx="49276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1925CF7C-C5AA-963C-282F-F62840544CD5}"/>
              </a:ext>
            </a:extLst>
          </p:cNvPr>
          <p:cNvCxnSpPr>
            <a:cxnSpLocks/>
          </p:cNvCxnSpPr>
          <p:nvPr/>
        </p:nvCxnSpPr>
        <p:spPr>
          <a:xfrm flipV="1">
            <a:off x="4521870" y="5714198"/>
            <a:ext cx="1578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F01C6AC8-7A6C-A763-9889-6C79798EE94C}"/>
              </a:ext>
            </a:extLst>
          </p:cNvPr>
          <p:cNvCxnSpPr>
            <a:cxnSpLocks/>
          </p:cNvCxnSpPr>
          <p:nvPr/>
        </p:nvCxnSpPr>
        <p:spPr>
          <a:xfrm rot="18900000">
            <a:off x="4639030" y="5631111"/>
            <a:ext cx="23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5D06FD10-D36C-F5A9-6269-135255EFEEC7}"/>
              </a:ext>
            </a:extLst>
          </p:cNvPr>
          <p:cNvSpPr txBox="1"/>
          <p:nvPr/>
        </p:nvSpPr>
        <p:spPr>
          <a:xfrm>
            <a:off x="4333750" y="5749057"/>
            <a:ext cx="76174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7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 </a:t>
            </a:r>
          </a:p>
        </p:txBody>
      </p: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8558CC5A-D672-2429-0A11-C508F0003DF6}"/>
              </a:ext>
            </a:extLst>
          </p:cNvPr>
          <p:cNvCxnSpPr>
            <a:cxnSpLocks/>
          </p:cNvCxnSpPr>
          <p:nvPr/>
        </p:nvCxnSpPr>
        <p:spPr>
          <a:xfrm>
            <a:off x="2615926" y="5173491"/>
            <a:ext cx="1232262" cy="34599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D82FA8B7-BD44-2211-F129-1174D947E49D}"/>
              </a:ext>
            </a:extLst>
          </p:cNvPr>
          <p:cNvCxnSpPr>
            <a:cxnSpLocks/>
          </p:cNvCxnSpPr>
          <p:nvPr/>
        </p:nvCxnSpPr>
        <p:spPr>
          <a:xfrm flipV="1">
            <a:off x="2615927" y="5846537"/>
            <a:ext cx="1232261" cy="40391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88C08F98-0678-8D44-46BB-1DF246EC03C4}"/>
              </a:ext>
            </a:extLst>
          </p:cNvPr>
          <p:cNvCxnSpPr>
            <a:cxnSpLocks/>
            <a:endCxn id="240" idx="2"/>
          </p:cNvCxnSpPr>
          <p:nvPr/>
        </p:nvCxnSpPr>
        <p:spPr>
          <a:xfrm>
            <a:off x="2615927" y="5683011"/>
            <a:ext cx="1181347" cy="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27E23776-C3F6-0DDF-0212-906F3CF0F5BC}"/>
              </a:ext>
            </a:extLst>
          </p:cNvPr>
          <p:cNvSpPr txBox="1"/>
          <p:nvPr/>
        </p:nvSpPr>
        <p:spPr>
          <a:xfrm>
            <a:off x="2805000" y="4736538"/>
            <a:ext cx="97745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700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weights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F32AC168-F412-D23B-5316-20A906A6B255}"/>
              </a:ext>
            </a:extLst>
          </p:cNvPr>
          <p:cNvSpPr txBox="1"/>
          <p:nvPr/>
        </p:nvSpPr>
        <p:spPr>
          <a:xfrm>
            <a:off x="1948966" y="4736538"/>
            <a:ext cx="81518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700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inputs</a:t>
            </a:r>
          </a:p>
        </p:txBody>
      </p: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DCDC1388-B1C4-CD34-C4F0-5450C26925D5}"/>
              </a:ext>
            </a:extLst>
          </p:cNvPr>
          <p:cNvCxnSpPr>
            <a:cxnSpLocks/>
            <a:stCxn id="240" idx="6"/>
          </p:cNvCxnSpPr>
          <p:nvPr/>
        </p:nvCxnSpPr>
        <p:spPr>
          <a:xfrm flipV="1">
            <a:off x="5198528" y="5683011"/>
            <a:ext cx="1202400" cy="1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D26C0722-31DB-6925-2DC0-9A10CA6B3B5F}"/>
              </a:ext>
            </a:extLst>
          </p:cNvPr>
          <p:cNvCxnSpPr>
            <a:cxnSpLocks/>
            <a:stCxn id="240" idx="6"/>
          </p:cNvCxnSpPr>
          <p:nvPr/>
        </p:nvCxnSpPr>
        <p:spPr>
          <a:xfrm>
            <a:off x="5198529" y="5683012"/>
            <a:ext cx="1181347" cy="567439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B87E69CA-B698-166F-6812-6C248CC03559}"/>
              </a:ext>
            </a:extLst>
          </p:cNvPr>
          <p:cNvCxnSpPr>
            <a:cxnSpLocks/>
            <a:stCxn id="240" idx="6"/>
          </p:cNvCxnSpPr>
          <p:nvPr/>
        </p:nvCxnSpPr>
        <p:spPr>
          <a:xfrm flipV="1">
            <a:off x="5198529" y="5173491"/>
            <a:ext cx="1181347" cy="509521"/>
          </a:xfrm>
          <a:prstGeom prst="straightConnector1">
            <a:avLst/>
          </a:prstGeom>
          <a:ln>
            <a:solidFill>
              <a:srgbClr val="7900AC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935D089B-0BED-22F4-7685-3EF8F4A25AB9}"/>
                  </a:ext>
                </a:extLst>
              </p:cNvPr>
              <p:cNvSpPr txBox="1"/>
              <p:nvPr/>
            </p:nvSpPr>
            <p:spPr>
              <a:xfrm>
                <a:off x="2116325" y="4959628"/>
                <a:ext cx="491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935D089B-0BED-22F4-7685-3EF8F4A25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325" y="4959628"/>
                <a:ext cx="49186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6E131B5E-6C99-AB6D-C0EB-2B2C4FE76833}"/>
                  </a:ext>
                </a:extLst>
              </p:cNvPr>
              <p:cNvSpPr txBox="1"/>
              <p:nvPr/>
            </p:nvSpPr>
            <p:spPr>
              <a:xfrm>
                <a:off x="2113664" y="5477387"/>
                <a:ext cx="497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6E131B5E-6C99-AB6D-C0EB-2B2C4FE76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664" y="5477387"/>
                <a:ext cx="49718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6FBF043F-22C2-18D9-B93B-9D85695CE318}"/>
                  </a:ext>
                </a:extLst>
              </p:cNvPr>
              <p:cNvSpPr txBox="1"/>
              <p:nvPr/>
            </p:nvSpPr>
            <p:spPr>
              <a:xfrm>
                <a:off x="2113664" y="6052343"/>
                <a:ext cx="497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6FBF043F-22C2-18D9-B93B-9D85695CE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664" y="6052343"/>
                <a:ext cx="4971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82362F1A-50BA-D78C-73C3-B9C2F8ACE64D}"/>
                  </a:ext>
                </a:extLst>
              </p:cNvPr>
              <p:cNvSpPr txBox="1"/>
              <p:nvPr/>
            </p:nvSpPr>
            <p:spPr>
              <a:xfrm>
                <a:off x="2953717" y="5025399"/>
                <a:ext cx="525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82362F1A-50BA-D78C-73C3-B9C2F8ACE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717" y="5025399"/>
                <a:ext cx="5258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D11FCCC5-D466-D9A3-3DA1-EDB20167F6C4}"/>
                  </a:ext>
                </a:extLst>
              </p:cNvPr>
              <p:cNvSpPr txBox="1"/>
              <p:nvPr/>
            </p:nvSpPr>
            <p:spPr>
              <a:xfrm>
                <a:off x="2951056" y="5351514"/>
                <a:ext cx="531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D11FCCC5-D466-D9A3-3DA1-EDB20167F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056" y="5351514"/>
                <a:ext cx="53117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F83F3118-0134-79D5-C1D9-9D926A4FFAB2}"/>
                  </a:ext>
                </a:extLst>
              </p:cNvPr>
              <p:cNvSpPr txBox="1"/>
              <p:nvPr/>
            </p:nvSpPr>
            <p:spPr>
              <a:xfrm>
                <a:off x="2951056" y="5708141"/>
                <a:ext cx="531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F83F3118-0134-79D5-C1D9-9D926A4FF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056" y="5708141"/>
                <a:ext cx="53117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5" name="Rectangle 304">
            <a:extLst>
              <a:ext uri="{FF2B5EF4-FFF2-40B4-BE49-F238E27FC236}">
                <a16:creationId xmlns:a16="http://schemas.microsoft.com/office/drawing/2014/main" id="{972677F0-4E91-0B6D-FFFE-93B5624ED5B4}"/>
              </a:ext>
            </a:extLst>
          </p:cNvPr>
          <p:cNvSpPr/>
          <p:nvPr/>
        </p:nvSpPr>
        <p:spPr>
          <a:xfrm>
            <a:off x="1929897" y="4749912"/>
            <a:ext cx="4738076" cy="1671761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A2A3030D-D33C-D3E1-28E3-26EE2C013A78}"/>
              </a:ext>
            </a:extLst>
          </p:cNvPr>
          <p:cNvCxnSpPr>
            <a:cxnSpLocks/>
            <a:stCxn id="304" idx="2"/>
          </p:cNvCxnSpPr>
          <p:nvPr/>
        </p:nvCxnSpPr>
        <p:spPr>
          <a:xfrm>
            <a:off x="3395806" y="4378052"/>
            <a:ext cx="399770" cy="359846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32306D23-23F1-9E0F-A0BF-861A9B7EEB78}"/>
              </a:ext>
            </a:extLst>
          </p:cNvPr>
          <p:cNvSpPr txBox="1"/>
          <p:nvPr/>
        </p:nvSpPr>
        <p:spPr>
          <a:xfrm flipH="1">
            <a:off x="4725786" y="4470935"/>
            <a:ext cx="20534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1700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Each Neuron</a:t>
            </a:r>
          </a:p>
        </p:txBody>
      </p:sp>
    </p:spTree>
    <p:extLst>
      <p:ext uri="{BB962C8B-B14F-4D97-AF65-F5344CB8AC3E}">
        <p14:creationId xmlns:p14="http://schemas.microsoft.com/office/powerpoint/2010/main" val="2493069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A0061-08BD-3BBA-B67E-B8C5B563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25169E6-6547-B7F6-3275-4B049C3A8B72}"/>
              </a:ext>
            </a:extLst>
          </p:cNvPr>
          <p:cNvSpPr/>
          <p:nvPr/>
        </p:nvSpPr>
        <p:spPr>
          <a:xfrm>
            <a:off x="263367" y="2246475"/>
            <a:ext cx="11665267" cy="344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920" dirty="0"/>
              <a:t>Adapted abs-normal solver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989690-7601-F7C3-0781-9E3CF1F457AA}"/>
              </a:ext>
            </a:extLst>
          </p:cNvPr>
          <p:cNvSpPr/>
          <p:nvPr/>
        </p:nvSpPr>
        <p:spPr>
          <a:xfrm>
            <a:off x="263366" y="219689"/>
            <a:ext cx="11665267" cy="344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920" dirty="0"/>
              <a:t>Root Finding for Embedded ReLU 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11130D-D2C8-D3A7-0728-82929C2B5E49}"/>
                  </a:ext>
                </a:extLst>
              </p:cNvPr>
              <p:cNvSpPr txBox="1"/>
              <p:nvPr/>
            </p:nvSpPr>
            <p:spPr>
              <a:xfrm>
                <a:off x="264341" y="756806"/>
                <a:ext cx="1166429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CA" b="1" dirty="0">
                    <a:solidFill>
                      <a:schemeClr val="tx1"/>
                    </a:solidFill>
                  </a:rPr>
                  <a:t>Goal</a:t>
                </a:r>
                <a:r>
                  <a:rPr lang="en-CA" dirty="0">
                    <a:solidFill>
                      <a:schemeClr val="tx1"/>
                    </a:solidFill>
                  </a:rPr>
                  <a:t>: Given a fitted ReLU neural network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applied to state variable </a:t>
                </a:r>
                <a14:m>
                  <m:oMath xmlns:m="http://schemas.openxmlformats.org/officeDocument/2006/math"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, solve:</a:t>
                </a:r>
              </a:p>
              <a:p>
                <a:pPr marL="0" indent="0">
                  <a:buClr>
                    <a:srgbClr val="79003C"/>
                  </a:buCl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CA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CA" b="1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CA" dirty="0">
                    <a:solidFill>
                      <a:schemeClr val="tx1"/>
                    </a:solidFill>
                  </a:rPr>
                  <a:t>Where residual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is defined as:</a:t>
                </a:r>
                <a:endParaRPr lang="en-CA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𝑷𝒙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𝑸𝒚</m:t>
                      </m:r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CA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11130D-D2C8-D3A7-0728-82929C2B5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41" y="756806"/>
                <a:ext cx="11664292" cy="1200329"/>
              </a:xfrm>
              <a:prstGeom prst="rect">
                <a:avLst/>
              </a:prstGeom>
              <a:blipFill>
                <a:blip r:embed="rId2"/>
                <a:stretch>
                  <a:fillRect l="-313" t="-2538" b="-304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0A9DD8-4D69-457C-6041-0AD2096E2081}"/>
                  </a:ext>
                </a:extLst>
              </p:cNvPr>
              <p:cNvSpPr txBox="1"/>
              <p:nvPr/>
            </p:nvSpPr>
            <p:spPr>
              <a:xfrm>
                <a:off x="263366" y="2735767"/>
                <a:ext cx="11623834" cy="3762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10000"/>
                  </a:lnSpc>
                  <a:spcAft>
                    <a:spcPts val="1600"/>
                  </a:spcAft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CA" dirty="0"/>
                  <a:t>ReLU NNs are piecewise affine composite functions</a:t>
                </a:r>
              </a:p>
              <a:p>
                <a:pPr marL="457200" indent="-457200">
                  <a:lnSpc>
                    <a:spcPct val="110000"/>
                  </a:lnSpc>
                  <a:spcAft>
                    <a:spcPts val="1600"/>
                  </a:spcAft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US" dirty="0"/>
                  <a:t>Consolidate into a sequence of intermediate variables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CA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 | 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CA" sz="1800" dirty="0">
                  <a:solidFill>
                    <a:schemeClr val="tx1"/>
                  </a:solidFill>
                  <a:latin typeface="+mj-lt"/>
                </a:endParaRPr>
              </a:p>
              <a:p>
                <a:pPr marL="457200" indent="-457200">
                  <a:lnSpc>
                    <a:spcPct val="110000"/>
                  </a:lnSpc>
                  <a:spcAft>
                    <a:spcPts val="1600"/>
                  </a:spcAft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Formulate an abs-normal representation </a:t>
                </a:r>
                <a:r>
                  <a:rPr lang="en-US" sz="1800" dirty="0">
                    <a:solidFill>
                      <a:schemeClr val="tx1"/>
                    </a:solidFill>
                    <a:latin typeface="+mj-lt"/>
                  </a:rPr>
                  <a:t>by adapting this approach to </a:t>
                </a:r>
                <a:r>
                  <a:rPr lang="en-US" sz="1800" dirty="0">
                    <a:solidFill>
                      <a:srgbClr val="79003C"/>
                    </a:solidFill>
                    <a:latin typeface="+mj-lt"/>
                  </a:rPr>
                  <a:t>solve </a:t>
                </a:r>
                <a14:m>
                  <m:oMath xmlns:m="http://schemas.openxmlformats.org/officeDocument/2006/math">
                    <m:r>
                      <a:rPr lang="en-CA" sz="1800" i="1">
                        <a:solidFill>
                          <a:srgbClr val="79003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CA" sz="1800" i="1">
                        <a:solidFill>
                          <a:srgbClr val="79003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1800" b="1" i="1">
                        <a:solidFill>
                          <a:srgbClr val="79003C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CA" sz="1800" i="1">
                        <a:solidFill>
                          <a:srgbClr val="79003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CA" sz="1800">
                        <a:solidFill>
                          <a:srgbClr val="79003C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a:rPr lang="en-CA" sz="1800" i="1">
                        <a:solidFill>
                          <a:srgbClr val="79003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1800" b="1" i="1">
                        <a:solidFill>
                          <a:srgbClr val="79003C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CA" sz="1800" i="1">
                        <a:solidFill>
                          <a:srgbClr val="79003C"/>
                        </a:solidFill>
                        <a:latin typeface="Cambria Math" panose="02040503050406030204" pitchFamily="18" charset="0"/>
                      </a:rPr>
                      <m:t>))=</m:t>
                    </m:r>
                    <m:r>
                      <a:rPr lang="en-CA" sz="1800" b="1" i="1">
                        <a:solidFill>
                          <a:srgbClr val="79003C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800" dirty="0">
                    <a:solidFill>
                      <a:srgbClr val="79003C"/>
                    </a:solidFill>
                    <a:latin typeface="+mj-lt"/>
                  </a:rPr>
                  <a:t>.</a:t>
                </a:r>
              </a:p>
              <a:p>
                <a:pPr>
                  <a:lnSpc>
                    <a:spcPct val="110000"/>
                  </a:lnSpc>
                  <a:spcAft>
                    <a:spcPts val="1600"/>
                  </a:spcAft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  <m:d>
                                  <m:dPr>
                                    <m:ctrlPr>
                                      <a:rPr lang="en-CA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CA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CA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CA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𝐜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CA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CA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CA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𝐙</m:t>
                                </m:r>
                              </m:e>
                              <m:e>
                                <m:r>
                                  <a:rPr lang="en-CA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𝐋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CA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CA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𝑱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̅"/>
                                    <m:ctrlPr>
                                      <a:rPr lang="en-CA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CA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CA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mr>
                            <m:m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CA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18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10000"/>
                  </a:lnSpc>
                  <a:spcAft>
                    <a:spcPts val="1600"/>
                  </a:spcAft>
                </a:pPr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	where the following matrices and vectors are defined:</a:t>
                </a:r>
              </a:p>
              <a:p>
                <a:pPr algn="ctr">
                  <a:lnSpc>
                    <a:spcPct val="110000"/>
                  </a:lnSpc>
                  <a:spcAft>
                    <a:spcPts val="1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</m:acc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𝑸𝑱</m:t>
                    </m:r>
                  </m:oMath>
                </a14:m>
                <a:r>
                  <a:rPr lang="en-CA" sz="1800" b="1" dirty="0">
                    <a:solidFill>
                      <a:schemeClr val="tx1"/>
                    </a:solidFill>
                    <a:latin typeface="+mj-lt"/>
                  </a:rPr>
                  <a:t>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𝑸𝒀</m:t>
                    </m:r>
                  </m:oMath>
                </a14:m>
                <a:r>
                  <a:rPr lang="en-CA" sz="1800" b="1" dirty="0">
                    <a:solidFill>
                      <a:schemeClr val="tx1"/>
                    </a:solidFill>
                  </a:rPr>
                  <a:t>	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𝑸𝒃</m:t>
                    </m:r>
                  </m:oMath>
                </a14:m>
                <a:endParaRPr lang="en-CA" sz="1800" b="1" dirty="0">
                  <a:solidFill>
                    <a:schemeClr val="tx1"/>
                  </a:solidFill>
                </a:endParaRPr>
              </a:p>
              <a:p>
                <a:pPr marL="457200" indent="-457200">
                  <a:lnSpc>
                    <a:spcPct val="110000"/>
                  </a:lnSpc>
                  <a:spcAft>
                    <a:spcPts val="1600"/>
                  </a:spcAft>
                  <a:buFont typeface="Wingdings" panose="05000000000000000000" pitchFamily="2" charset="2"/>
                  <a:buChar char="Ø"/>
                </a:pPr>
                <a:r>
                  <a:rPr lang="en-CA" sz="1800" i="1" dirty="0">
                    <a:solidFill>
                      <a:schemeClr val="tx1"/>
                    </a:solidFill>
                    <a:latin typeface="+mj-lt"/>
                  </a:rPr>
                  <a:t>Then apply the complementarity approach to solve for </a:t>
                </a:r>
                <a14:m>
                  <m:oMath xmlns:m="http://schemas.openxmlformats.org/officeDocument/2006/math">
                    <m:r>
                      <a:rPr lang="en-CA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sz="1800" i="1" dirty="0">
                    <a:solidFill>
                      <a:schemeClr val="tx1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0A9DD8-4D69-457C-6041-0AD2096E2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6" y="2735767"/>
                <a:ext cx="11623834" cy="3762890"/>
              </a:xfrm>
              <a:prstGeom prst="rect">
                <a:avLst/>
              </a:prstGeom>
              <a:blipFill>
                <a:blip r:embed="rId3"/>
                <a:stretch>
                  <a:fillRect l="-315" t="-648" b="-48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006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EC97F-8C0F-C782-0205-0E2F97992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94799C-3194-351B-7704-16C45BC50798}"/>
              </a:ext>
            </a:extLst>
          </p:cNvPr>
          <p:cNvSpPr/>
          <p:nvPr/>
        </p:nvSpPr>
        <p:spPr>
          <a:xfrm>
            <a:off x="263366" y="219689"/>
            <a:ext cx="11665267" cy="344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920" dirty="0"/>
              <a:t>Root Finding for Embedded ReLU 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00B40A-212B-E70B-119D-A4097A7027FA}"/>
                  </a:ext>
                </a:extLst>
              </p:cNvPr>
              <p:cNvSpPr txBox="1"/>
              <p:nvPr/>
            </p:nvSpPr>
            <p:spPr>
              <a:xfrm>
                <a:off x="263366" y="765755"/>
                <a:ext cx="6096000" cy="1195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10000"/>
                  </a:lnSpc>
                  <a:spcAft>
                    <a:spcPts val="1600"/>
                  </a:spcAft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To calculate the root of the neural net – i.e., 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CA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CA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CA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CA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a:rPr lang="en-CA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.</a:t>
                </a:r>
              </a:p>
              <a:p>
                <a:pPr marL="457200" indent="-457200">
                  <a:lnSpc>
                    <a:spcPct val="110000"/>
                  </a:lnSpc>
                  <a:spcAft>
                    <a:spcPts val="1600"/>
                  </a:spcAft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Set </a:t>
                </a:r>
                <a14:m>
                  <m:oMath xmlns:m="http://schemas.openxmlformats.org/officeDocument/2006/math"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, and </a:t>
                </a:r>
                <a14:m>
                  <m:oMath xmlns:m="http://schemas.openxmlformats.org/officeDocument/2006/math"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00B40A-212B-E70B-119D-A4097A702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6" y="765755"/>
                <a:ext cx="6096000" cy="1195648"/>
              </a:xfrm>
              <a:prstGeom prst="rect">
                <a:avLst/>
              </a:prstGeom>
              <a:blipFill>
                <a:blip r:embed="rId2"/>
                <a:stretch>
                  <a:fillRect l="-600" t="-2041" b="-71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8D2221C-9E11-1681-B971-489CB482EBBF}"/>
                  </a:ext>
                </a:extLst>
              </p:cNvPr>
              <p:cNvSpPr txBox="1"/>
              <p:nvPr/>
            </p:nvSpPr>
            <p:spPr>
              <a:xfrm>
                <a:off x="263365" y="2163139"/>
                <a:ext cx="11665267" cy="2175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CA" dirty="0">
                    <a:solidFill>
                      <a:schemeClr val="tx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</a:rPr>
                  <a:t>Consider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𝑋</m:t>
                        </m:r>
                      </m:e>
                    </m:d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en-CA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CA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CA" dirty="0">
                    <a:solidFill>
                      <a:schemeClr val="tx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</a:rPr>
                  <a:t> where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𝐴</m:t>
                    </m:r>
                    <m:r>
                      <a:rPr lang="en-CA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CA" kern="100" dirty="0">
                    <a:ea typeface="Aptos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CA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CA" i="1" dirty="0">
                    <a:solidFill>
                      <a:schemeClr val="tx1"/>
                    </a:solidFill>
                    <a:ea typeface="Times New Roman" panose="02020603050405020304" pitchFamily="18" charset="0"/>
                    <a:cs typeface="Calibri" panose="020F0502020204030204" pitchFamily="34" charset="0"/>
                  </a:rPr>
                  <a:t>1-layer NN produces a local solution of the root.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CA" b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𝐱</m:t>
                      </m:r>
                      <m:r>
                        <a:rPr lang="en-CA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A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−0.276</m:t>
                                    </m:r>
                                  </m:e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−0.2444</m:t>
                                    </m:r>
                                  </m:e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−0.0195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CA" kern="100" dirty="0">
                  <a:latin typeface="Calibri" panose="020F0502020204030204" pitchFamily="34" charset="0"/>
                  <a:ea typeface="Aptos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8D2221C-9E11-1681-B971-489CB482E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5" y="2163139"/>
                <a:ext cx="11665267" cy="2175724"/>
              </a:xfrm>
              <a:prstGeom prst="rect">
                <a:avLst/>
              </a:prstGeom>
              <a:blipFill>
                <a:blip r:embed="rId3"/>
                <a:stretch>
                  <a:fillRect l="-418" t="-140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603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37C0544-7EBD-C19D-99EB-3EB4DA28C76D}"/>
              </a:ext>
            </a:extLst>
          </p:cNvPr>
          <p:cNvSpPr/>
          <p:nvPr/>
        </p:nvSpPr>
        <p:spPr>
          <a:xfrm>
            <a:off x="263365" y="169486"/>
            <a:ext cx="11665267" cy="344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920" dirty="0"/>
              <a:t>Neural ODE Definition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BFF932D-012A-367D-2BA6-56A5BC399415}"/>
              </a:ext>
            </a:extLst>
          </p:cNvPr>
          <p:cNvGrpSpPr/>
          <p:nvPr/>
        </p:nvGrpSpPr>
        <p:grpSpPr>
          <a:xfrm>
            <a:off x="6553200" y="646499"/>
            <a:ext cx="5375432" cy="2088100"/>
            <a:chOff x="1845061" y="1575383"/>
            <a:chExt cx="7998107" cy="3392858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3D1F760-AD57-9644-86C1-9539B1797294}"/>
                </a:ext>
              </a:extLst>
            </p:cNvPr>
            <p:cNvSpPr>
              <a:spLocks/>
            </p:cNvSpPr>
            <p:nvPr/>
          </p:nvSpPr>
          <p:spPr>
            <a:xfrm>
              <a:off x="1845061" y="1635683"/>
              <a:ext cx="7998107" cy="3332558"/>
            </a:xfrm>
            <a:prstGeom prst="rect">
              <a:avLst/>
            </a:prstGeom>
            <a:ln w="38100">
              <a:solidFill>
                <a:srgbClr val="79003C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3C1B302F-9B05-21B8-2899-390F0C88EF43}"/>
                </a:ext>
              </a:extLst>
            </p:cNvPr>
            <p:cNvSpPr/>
            <p:nvPr/>
          </p:nvSpPr>
          <p:spPr>
            <a:xfrm>
              <a:off x="5061236" y="2926439"/>
              <a:ext cx="4118918" cy="418827"/>
            </a:xfrm>
            <a:custGeom>
              <a:avLst/>
              <a:gdLst>
                <a:gd name="csX0" fmla="*/ 0 w 2956560"/>
                <a:gd name="csY0" fmla="*/ 229522 h 311938"/>
                <a:gd name="csX1" fmla="*/ 762000 w 2956560"/>
                <a:gd name="csY1" fmla="*/ 922 h 311938"/>
                <a:gd name="csX2" fmla="*/ 2080260 w 2956560"/>
                <a:gd name="csY2" fmla="*/ 305722 h 311938"/>
                <a:gd name="csX3" fmla="*/ 2956560 w 2956560"/>
                <a:gd name="csY3" fmla="*/ 191422 h 311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56560" h="311938">
                  <a:moveTo>
                    <a:pt x="0" y="229522"/>
                  </a:moveTo>
                  <a:cubicBezTo>
                    <a:pt x="207645" y="108872"/>
                    <a:pt x="415290" y="-11778"/>
                    <a:pt x="762000" y="922"/>
                  </a:cubicBezTo>
                  <a:cubicBezTo>
                    <a:pt x="1108710" y="13622"/>
                    <a:pt x="1714500" y="273972"/>
                    <a:pt x="2080260" y="305722"/>
                  </a:cubicBezTo>
                  <a:cubicBezTo>
                    <a:pt x="2446020" y="337472"/>
                    <a:pt x="2806700" y="239682"/>
                    <a:pt x="2956560" y="191422"/>
                  </a:cubicBezTo>
                </a:path>
              </a:pathLst>
            </a:custGeom>
            <a:ln w="19050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CF4E9502-F167-3A8B-3766-15FA9B3631C1}"/>
                    </a:ext>
                  </a:extLst>
                </p:cNvPr>
                <p:cNvSpPr txBox="1"/>
                <p:nvPr/>
              </p:nvSpPr>
              <p:spPr>
                <a:xfrm>
                  <a:off x="2929342" y="1625313"/>
                  <a:ext cx="170789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CF4E9502-F167-3A8B-3766-15FA9B363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9342" y="1625313"/>
                  <a:ext cx="1707897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58824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A7B03D52-3958-8AAC-5CCD-7603AC89DEF0}"/>
                </a:ext>
              </a:extLst>
            </p:cNvPr>
            <p:cNvCxnSpPr/>
            <p:nvPr/>
          </p:nvCxnSpPr>
          <p:spPr>
            <a:xfrm>
              <a:off x="3284864" y="4329440"/>
              <a:ext cx="594951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52832BC-5C55-C7E0-194C-CA88C93953FC}"/>
                    </a:ext>
                  </a:extLst>
                </p:cNvPr>
                <p:cNvSpPr txBox="1"/>
                <p:nvPr/>
              </p:nvSpPr>
              <p:spPr>
                <a:xfrm>
                  <a:off x="3389959" y="4411504"/>
                  <a:ext cx="877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52832BC-5C55-C7E0-194C-CA88C93953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9959" y="4411504"/>
                  <a:ext cx="877570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5428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D8A73C6C-D995-BDC1-CE1D-6603F63DFE6F}"/>
                    </a:ext>
                  </a:extLst>
                </p:cNvPr>
                <p:cNvSpPr txBox="1"/>
                <p:nvPr/>
              </p:nvSpPr>
              <p:spPr>
                <a:xfrm>
                  <a:off x="4592796" y="3401690"/>
                  <a:ext cx="877570" cy="5013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D8A73C6C-D995-BDC1-CE1D-6603F63DFE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796" y="3401690"/>
                  <a:ext cx="877570" cy="501356"/>
                </a:xfrm>
                <a:prstGeom prst="rect">
                  <a:avLst/>
                </a:prstGeom>
                <a:blipFill>
                  <a:blip r:embed="rId4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FC390ADB-5080-ADEB-89A9-E7385D2887C6}"/>
                    </a:ext>
                  </a:extLst>
                </p:cNvPr>
                <p:cNvSpPr txBox="1"/>
                <p:nvPr/>
              </p:nvSpPr>
              <p:spPr>
                <a:xfrm>
                  <a:off x="4592796" y="4421303"/>
                  <a:ext cx="877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FC390ADB-5080-ADEB-89A9-E7385D288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796" y="4421303"/>
                  <a:ext cx="877570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5428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DE11479-FEF3-6257-7E62-6E9098E24E82}"/>
                    </a:ext>
                  </a:extLst>
                </p:cNvPr>
                <p:cNvSpPr txBox="1"/>
                <p:nvPr/>
              </p:nvSpPr>
              <p:spPr>
                <a:xfrm>
                  <a:off x="7550491" y="4405078"/>
                  <a:ext cx="877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DE11479-FEF3-6257-7E62-6E9098E24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0491" y="4405078"/>
                  <a:ext cx="87757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58824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C614F3C4-8E04-7E90-0364-08B1BF5DDCC8}"/>
                    </a:ext>
                  </a:extLst>
                </p:cNvPr>
                <p:cNvSpPr txBox="1"/>
                <p:nvPr/>
              </p:nvSpPr>
              <p:spPr>
                <a:xfrm>
                  <a:off x="8822950" y="4379863"/>
                  <a:ext cx="877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C614F3C4-8E04-7E90-0364-08B1BF5DD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2950" y="4379863"/>
                  <a:ext cx="877570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61765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6411CBA8-CB12-C225-3789-B462A3213459}"/>
                    </a:ext>
                  </a:extLst>
                </p:cNvPr>
                <p:cNvSpPr txBox="1"/>
                <p:nvPr/>
              </p:nvSpPr>
              <p:spPr>
                <a:xfrm>
                  <a:off x="5795634" y="4412582"/>
                  <a:ext cx="877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6411CBA8-CB12-C225-3789-B462A3213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5634" y="4412582"/>
                  <a:ext cx="877570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5428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F44FEE4-507A-F9C2-A20C-88ED4562F0D4}"/>
                    </a:ext>
                  </a:extLst>
                </p:cNvPr>
                <p:cNvSpPr txBox="1"/>
                <p:nvPr/>
              </p:nvSpPr>
              <p:spPr>
                <a:xfrm>
                  <a:off x="5811952" y="3395553"/>
                  <a:ext cx="877570" cy="5013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16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F44FEE4-507A-F9C2-A20C-88ED4562F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1952" y="3395553"/>
                  <a:ext cx="877570" cy="501356"/>
                </a:xfrm>
                <a:prstGeom prst="rect">
                  <a:avLst/>
                </a:prstGeom>
                <a:blipFill>
                  <a:blip r:embed="rId9"/>
                  <a:stretch>
                    <a:fillRect b="-68000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DEA9637B-BF96-60B3-B123-2529C2E85317}"/>
                    </a:ext>
                  </a:extLst>
                </p:cNvPr>
                <p:cNvSpPr txBox="1"/>
                <p:nvPr/>
              </p:nvSpPr>
              <p:spPr>
                <a:xfrm>
                  <a:off x="7550491" y="3395737"/>
                  <a:ext cx="877570" cy="5013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16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DEA9637B-BF96-60B3-B123-2529C2E85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0491" y="3395737"/>
                  <a:ext cx="877570" cy="501356"/>
                </a:xfrm>
                <a:prstGeom prst="rect">
                  <a:avLst/>
                </a:prstGeom>
                <a:blipFill>
                  <a:blip r:embed="rId10"/>
                  <a:stretch>
                    <a:fillRect b="-68000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F0A881DE-30E6-C63B-53B0-427E365EF5D3}"/>
                    </a:ext>
                  </a:extLst>
                </p:cNvPr>
                <p:cNvSpPr txBox="1"/>
                <p:nvPr/>
              </p:nvSpPr>
              <p:spPr>
                <a:xfrm>
                  <a:off x="8741369" y="3394454"/>
                  <a:ext cx="877570" cy="5013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CA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CA" sz="1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r>
                              <a:rPr lang="en-CA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CA" sz="16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F0A881DE-30E6-C63B-53B0-427E365EF5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1369" y="3394454"/>
                  <a:ext cx="877570" cy="501356"/>
                </a:xfrm>
                <a:prstGeom prst="rect">
                  <a:avLst/>
                </a:prstGeom>
                <a:blipFill>
                  <a:blip r:embed="rId11"/>
                  <a:stretch>
                    <a:fillRect b="-68000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94114E92-CD67-A790-626C-C9B7008A822B}"/>
                    </a:ext>
                  </a:extLst>
                </p:cNvPr>
                <p:cNvSpPr txBox="1"/>
                <p:nvPr/>
              </p:nvSpPr>
              <p:spPr>
                <a:xfrm>
                  <a:off x="4592796" y="1636399"/>
                  <a:ext cx="877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94114E92-CD67-A790-626C-C9B7008A82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796" y="1636399"/>
                  <a:ext cx="877570" cy="338554"/>
                </a:xfrm>
                <a:prstGeom prst="rect">
                  <a:avLst/>
                </a:prstGeom>
                <a:blipFill>
                  <a:blip r:embed="rId12"/>
                  <a:stretch>
                    <a:fillRect b="-58824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7BE6ADF6-DD18-9263-D812-A8747C449416}"/>
                    </a:ext>
                  </a:extLst>
                </p:cNvPr>
                <p:cNvSpPr txBox="1"/>
                <p:nvPr/>
              </p:nvSpPr>
              <p:spPr>
                <a:xfrm>
                  <a:off x="8711915" y="1640592"/>
                  <a:ext cx="877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7BE6ADF6-DD18-9263-D812-A8747C4494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1915" y="1640592"/>
                  <a:ext cx="877570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58824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BD45F095-E136-90D9-2470-9DE5BF021434}"/>
                    </a:ext>
                  </a:extLst>
                </p:cNvPr>
                <p:cNvSpPr txBox="1"/>
                <p:nvPr/>
              </p:nvSpPr>
              <p:spPr>
                <a:xfrm>
                  <a:off x="5781829" y="1624656"/>
                  <a:ext cx="877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BD45F095-E136-90D9-2470-9DE5BF021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1829" y="1624656"/>
                  <a:ext cx="877570" cy="338554"/>
                </a:xfrm>
                <a:prstGeom prst="rect">
                  <a:avLst/>
                </a:prstGeom>
                <a:blipFill>
                  <a:blip r:embed="rId14"/>
                  <a:stretch>
                    <a:fillRect b="-58824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FB0E4A4A-2798-B66F-9784-B66E2E524A0A}"/>
                    </a:ext>
                  </a:extLst>
                </p:cNvPr>
                <p:cNvSpPr txBox="1"/>
                <p:nvPr/>
              </p:nvSpPr>
              <p:spPr>
                <a:xfrm>
                  <a:off x="7522882" y="1635682"/>
                  <a:ext cx="877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C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FB0E4A4A-2798-B66F-9784-B66E2E524A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2882" y="1635682"/>
                  <a:ext cx="877570" cy="338554"/>
                </a:xfrm>
                <a:prstGeom prst="rect">
                  <a:avLst/>
                </a:prstGeom>
                <a:blipFill>
                  <a:blip r:embed="rId15"/>
                  <a:stretch>
                    <a:fillRect b="-61765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E3DDB739-2F51-6724-C03A-4715B2574654}"/>
                </a:ext>
              </a:extLst>
            </p:cNvPr>
            <p:cNvCxnSpPr>
              <a:cxnSpLocks/>
              <a:stCxn id="181" idx="4"/>
              <a:endCxn id="187" idx="0"/>
            </p:cNvCxnSpPr>
            <p:nvPr/>
          </p:nvCxnSpPr>
          <p:spPr>
            <a:xfrm>
              <a:off x="5005922" y="2327481"/>
              <a:ext cx="1196659" cy="528608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BC768639-F36C-84A7-B938-912EE9FE063B}"/>
                </a:ext>
              </a:extLst>
            </p:cNvPr>
            <p:cNvCxnSpPr>
              <a:cxnSpLocks/>
              <a:stCxn id="185" idx="0"/>
              <a:endCxn id="181" idx="4"/>
            </p:cNvCxnSpPr>
            <p:nvPr/>
          </p:nvCxnSpPr>
          <p:spPr>
            <a:xfrm flipV="1">
              <a:off x="5005922" y="2327481"/>
              <a:ext cx="0" cy="853108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2CAB69B2-1A04-36A5-1B52-7C51050DB3D5}"/>
                </a:ext>
              </a:extLst>
            </p:cNvPr>
            <p:cNvCxnSpPr>
              <a:cxnSpLocks/>
              <a:stCxn id="180" idx="4"/>
              <a:endCxn id="185" idx="0"/>
            </p:cNvCxnSpPr>
            <p:nvPr/>
          </p:nvCxnSpPr>
          <p:spPr>
            <a:xfrm>
              <a:off x="3804903" y="2320145"/>
              <a:ext cx="1201019" cy="860445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5BA2ADC8-CB4E-C68A-8229-C5BD3E9EFA03}"/>
                </a:ext>
              </a:extLst>
            </p:cNvPr>
            <p:cNvSpPr txBox="1"/>
            <p:nvPr/>
          </p:nvSpPr>
          <p:spPr>
            <a:xfrm>
              <a:off x="2307429" y="4077012"/>
              <a:ext cx="10113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>
                  <a:solidFill>
                    <a:srgbClr val="79003C"/>
                  </a:solidFill>
                </a:rPr>
                <a:t>Time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93A4D9D-B098-ED03-0AA1-0FF53D543D24}"/>
                </a:ext>
              </a:extLst>
            </p:cNvPr>
            <p:cNvSpPr txBox="1"/>
            <p:nvPr/>
          </p:nvSpPr>
          <p:spPr>
            <a:xfrm>
              <a:off x="1873247" y="3357009"/>
              <a:ext cx="18646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>
                  <a:solidFill>
                    <a:schemeClr val="accent2">
                      <a:lumMod val="50000"/>
                    </a:schemeClr>
                  </a:solidFill>
                </a:rPr>
                <a:t>Predictions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BEB758E7-FCA3-8F33-1827-FB99FFC524A1}"/>
                </a:ext>
              </a:extLst>
            </p:cNvPr>
            <p:cNvSpPr txBox="1"/>
            <p:nvPr/>
          </p:nvSpPr>
          <p:spPr>
            <a:xfrm>
              <a:off x="1995525" y="2599318"/>
              <a:ext cx="14885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>
                  <a:solidFill>
                    <a:schemeClr val="accent5">
                      <a:lumMod val="50000"/>
                    </a:schemeClr>
                  </a:solidFill>
                </a:rPr>
                <a:t>Decoder</a:t>
              </a:r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634A567A-C2D1-4551-2F55-951C72A05A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9808" y="4230992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2E5B3C87-745E-863A-303C-9DD7A2FACD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0828" y="4238329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7CB3485B-2C04-A834-E0F5-9082FC37D9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0526" y="4238329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B232B747-4280-F600-B9D7-2680048A12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7487" y="4230992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3820D76B-0FF1-86D3-B276-B474772745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1545" y="4218476"/>
              <a:ext cx="210189" cy="2005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20A72C4D-9260-9831-D14E-AED3482F11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9808" y="2119605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8E89761C-E096-05B6-22CC-CEBCF236A2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0828" y="2126942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1334F5A5-07B2-6641-1991-2BA4E7B8AC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0526" y="2126942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97A3ED08-80BE-F02E-DF50-A9409FE9F0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7487" y="2119605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9E4EA96C-C574-5BF8-4A77-E3FE060C58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1545" y="2107089"/>
              <a:ext cx="210189" cy="20054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B072AD58-357E-ED98-F172-521600699C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0828" y="3180590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6A36B6CD-7673-C910-0CA4-5DA77F4F7A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0526" y="3231745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CA9CF119-704B-02D2-D071-16214F82C4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7487" y="2856090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93A4E531-69EC-F6DA-B5AF-F513E0816B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51545" y="3078889"/>
              <a:ext cx="210189" cy="20054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D2CC1688-1621-5E0F-ECF5-B042FCB6DE58}"/>
                    </a:ext>
                  </a:extLst>
                </p:cNvPr>
                <p:cNvSpPr txBox="1"/>
                <p:nvPr/>
              </p:nvSpPr>
              <p:spPr>
                <a:xfrm>
                  <a:off x="6607711" y="4391470"/>
                  <a:ext cx="877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D2CC1688-1621-5E0F-ECF5-B042FCB6D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7711" y="4391470"/>
                  <a:ext cx="877570" cy="338554"/>
                </a:xfrm>
                <a:prstGeom prst="rect">
                  <a:avLst/>
                </a:prstGeom>
                <a:blipFill>
                  <a:blip r:embed="rId16"/>
                  <a:stretch>
                    <a:fillRect b="-17143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81BCC677-0062-B797-F56A-F2084C6BD99A}"/>
                </a:ext>
              </a:extLst>
            </p:cNvPr>
            <p:cNvCxnSpPr>
              <a:cxnSpLocks/>
              <a:stCxn id="187" idx="0"/>
              <a:endCxn id="183" idx="4"/>
            </p:cNvCxnSpPr>
            <p:nvPr/>
          </p:nvCxnSpPr>
          <p:spPr>
            <a:xfrm flipV="1">
              <a:off x="6202581" y="2320145"/>
              <a:ext cx="0" cy="535945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5A3345FB-9319-0C99-C295-270AFF3168C0}"/>
                </a:ext>
              </a:extLst>
            </p:cNvPr>
            <p:cNvCxnSpPr>
              <a:cxnSpLocks/>
              <a:endCxn id="186" idx="0"/>
            </p:cNvCxnSpPr>
            <p:nvPr/>
          </p:nvCxnSpPr>
          <p:spPr>
            <a:xfrm>
              <a:off x="7236943" y="2792573"/>
              <a:ext cx="718678" cy="439172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68252985-B08D-1A01-8AC1-B9EA8DE5D14D}"/>
                </a:ext>
              </a:extLst>
            </p:cNvPr>
            <p:cNvCxnSpPr>
              <a:cxnSpLocks/>
              <a:stCxn id="186" idx="0"/>
              <a:endCxn id="182" idx="4"/>
            </p:cNvCxnSpPr>
            <p:nvPr/>
          </p:nvCxnSpPr>
          <p:spPr>
            <a:xfrm flipV="1">
              <a:off x="7955621" y="2327481"/>
              <a:ext cx="0" cy="904264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AB1ABD5E-7345-F44A-3CC6-9D83BD9FA58C}"/>
                </a:ext>
              </a:extLst>
            </p:cNvPr>
            <p:cNvCxnSpPr>
              <a:cxnSpLocks/>
              <a:stCxn id="182" idx="4"/>
              <a:endCxn id="188" idx="0"/>
            </p:cNvCxnSpPr>
            <p:nvPr/>
          </p:nvCxnSpPr>
          <p:spPr>
            <a:xfrm>
              <a:off x="7955621" y="2327481"/>
              <a:ext cx="1201019" cy="751407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DB68DC01-973B-2CB0-A422-E507FF258A77}"/>
                </a:ext>
              </a:extLst>
            </p:cNvPr>
            <p:cNvCxnSpPr>
              <a:cxnSpLocks/>
              <a:stCxn id="188" idx="0"/>
              <a:endCxn id="184" idx="4"/>
            </p:cNvCxnSpPr>
            <p:nvPr/>
          </p:nvCxnSpPr>
          <p:spPr>
            <a:xfrm flipV="1">
              <a:off x="9156640" y="2307629"/>
              <a:ext cx="0" cy="77126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EF608EB8-6477-1CE3-580E-FADD576CF1E0}"/>
                </a:ext>
              </a:extLst>
            </p:cNvPr>
            <p:cNvCxnSpPr>
              <a:cxnSpLocks/>
              <a:stCxn id="183" idx="4"/>
            </p:cNvCxnSpPr>
            <p:nvPr/>
          </p:nvCxnSpPr>
          <p:spPr>
            <a:xfrm>
              <a:off x="6202581" y="2320145"/>
              <a:ext cx="691222" cy="365855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27E94DB8-D73A-5E80-C6BF-9DCD8E93EC46}"/>
                    </a:ext>
                  </a:extLst>
                </p:cNvPr>
                <p:cNvSpPr txBox="1"/>
                <p:nvPr/>
              </p:nvSpPr>
              <p:spPr>
                <a:xfrm>
                  <a:off x="6619139" y="1575383"/>
                  <a:ext cx="8775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27E94DB8-D73A-5E80-C6BF-9DCD8E93E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9139" y="1575383"/>
                  <a:ext cx="877570" cy="338554"/>
                </a:xfrm>
                <a:prstGeom prst="rect">
                  <a:avLst/>
                </a:prstGeom>
                <a:blipFill>
                  <a:blip r:embed="rId17"/>
                  <a:stretch>
                    <a:fillRect b="-20588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0F7B3850-AFA5-FF9E-B23A-DB2D09DCDF4E}"/>
                    </a:ext>
                  </a:extLst>
                </p:cNvPr>
                <p:cNvSpPr txBox="1"/>
                <p:nvPr/>
              </p:nvSpPr>
              <p:spPr>
                <a:xfrm>
                  <a:off x="6810575" y="2383320"/>
                  <a:ext cx="45382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CA" sz="16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0F7B3850-AFA5-FF9E-B23A-DB2D09DCDF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0575" y="2383320"/>
                  <a:ext cx="453824" cy="338554"/>
                </a:xfrm>
                <a:prstGeom prst="rect">
                  <a:avLst/>
                </a:prstGeom>
                <a:blipFill>
                  <a:blip r:embed="rId18"/>
                  <a:stretch>
                    <a:fillRect b="-20588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5A2DB6A0-9775-AB33-9CF3-7AA870665CF4}"/>
                  </a:ext>
                </a:extLst>
              </p:cNvPr>
              <p:cNvSpPr txBox="1"/>
              <p:nvPr/>
            </p:nvSpPr>
            <p:spPr>
              <a:xfrm>
                <a:off x="264340" y="706603"/>
                <a:ext cx="6096000" cy="1737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US" dirty="0"/>
                  <a:t>A neural network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describes the time-derivatives of the state variables [Chen et al. [2018]].</a:t>
                </a:r>
              </a:p>
              <a:p>
                <a:pPr marL="0" indent="0">
                  <a:buClr>
                    <a:srgbClr val="79003C"/>
                  </a:buClr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US" dirty="0"/>
                  <a:t>Computed using finite-step discrete approximations like the Euler method.</a:t>
                </a:r>
              </a:p>
            </p:txBody>
          </p:sp>
        </mc:Choice>
        <mc:Fallback xmlns="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5A2DB6A0-9775-AB33-9CF3-7AA870665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40" y="706603"/>
                <a:ext cx="6096000" cy="1737848"/>
              </a:xfrm>
              <a:prstGeom prst="rect">
                <a:avLst/>
              </a:prstGeom>
              <a:blipFill>
                <a:blip r:embed="rId19"/>
                <a:stretch>
                  <a:fillRect l="-800" t="-2105" b="-45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Rectangle 200">
            <a:extLst>
              <a:ext uri="{FF2B5EF4-FFF2-40B4-BE49-F238E27FC236}">
                <a16:creationId xmlns:a16="http://schemas.microsoft.com/office/drawing/2014/main" id="{2EF079E3-4C98-D1CD-869D-20E0A949035B}"/>
              </a:ext>
            </a:extLst>
          </p:cNvPr>
          <p:cNvSpPr/>
          <p:nvPr/>
        </p:nvSpPr>
        <p:spPr>
          <a:xfrm>
            <a:off x="263365" y="2856499"/>
            <a:ext cx="11665267" cy="344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920" dirty="0"/>
              <a:t>Solving first-order Neural 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11721EF-4F7F-07EB-D980-9EB5B471EE43}"/>
                  </a:ext>
                </a:extLst>
              </p:cNvPr>
              <p:cNvSpPr txBox="1"/>
              <p:nvPr/>
            </p:nvSpPr>
            <p:spPr>
              <a:xfrm>
                <a:off x="263365" y="3314963"/>
                <a:ext cx="11784256" cy="1504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10000"/>
                  </a:lnSpc>
                  <a:spcAft>
                    <a:spcPts val="1600"/>
                  </a:spcAft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Implicit Euler approximates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CA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CA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CA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p>
                  </m:oMath>
                </a14:m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 at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CA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 by minimizing the root-finding problem </a:t>
                </a:r>
                <a14:m>
                  <m:oMath xmlns:m="http://schemas.openxmlformats.org/officeDocument/2006/math">
                    <m:r>
                      <a:rPr lang="en-CA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CA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CA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CA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n-CA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 at each time step.</a:t>
                </a:r>
              </a:p>
              <a:p>
                <a:pPr>
                  <a:lnSpc>
                    <a:spcPct val="110000"/>
                  </a:lnSpc>
                  <a:spcAft>
                    <a:spcPts val="1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CA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CA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CA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CA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CA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CA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CA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e>
                          </m:d>
                        </m:sup>
                      </m:sSup>
                      <m:r>
                        <a:rPr lang="en-CA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CA" sz="18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CA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CA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r>
                            <a:rPr lang="en-CA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CA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CA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CA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A" sz="1800" dirty="0">
                  <a:solidFill>
                    <a:schemeClr val="tx1"/>
                  </a:solidFill>
                  <a:latin typeface="+mj-lt"/>
                </a:endParaRPr>
              </a:p>
              <a:p>
                <a:pPr marL="457200" indent="-457200">
                  <a:lnSpc>
                    <a:spcPct val="110000"/>
                  </a:lnSpc>
                  <a:spcAft>
                    <a:spcPts val="1600"/>
                  </a:spcAft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Set </a:t>
                </a:r>
                <a14:m>
                  <m:oMath xmlns:m="http://schemas.openxmlformats.org/officeDocument/2006/math"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=∆</m:t>
                    </m:r>
                    <m:r>
                      <m:rPr>
                        <m:sty m:val="p"/>
                      </m:rP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CA" sz="18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CA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CA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CA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</m:d>
                      </m:sup>
                    </m:sSup>
                  </m:oMath>
                </a14:m>
                <a:r>
                  <a:rPr lang="en-CA" sz="1800" dirty="0">
                    <a:solidFill>
                      <a:schemeClr val="tx1"/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11721EF-4F7F-07EB-D980-9EB5B471E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5" y="3314963"/>
                <a:ext cx="11784256" cy="1504899"/>
              </a:xfrm>
              <a:prstGeom prst="rect">
                <a:avLst/>
              </a:prstGeom>
              <a:blipFill>
                <a:blip r:embed="rId20"/>
                <a:stretch>
                  <a:fillRect l="-310" b="-56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E5197FCC-00E0-C5BF-3748-75DE4FE484B0}"/>
                  </a:ext>
                </a:extLst>
              </p:cNvPr>
              <p:cNvSpPr txBox="1"/>
              <p:nvPr/>
            </p:nvSpPr>
            <p:spPr>
              <a:xfrm>
                <a:off x="263364" y="4933996"/>
                <a:ext cx="8607919" cy="1819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CA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 the ODE </a:t>
                </a:r>
                <a:r>
                  <a:rPr lang="en-CA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Aptos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CA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ctrlPr>
                          <a:rPr lang="en-CA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CA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CA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ptos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CA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CA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ptos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CA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ptos"/>
                                      <a:cs typeface="Times New Roman" panose="02020603050405020304" pitchFamily="18" charset="0"/>
                                    </a:rPr>
                                    <m:t>0.09</m:t>
                                  </m:r>
                                </m:e>
                                <m:e>
                                  <m:r>
                                    <a:rPr lang="en-CA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0.09</m:t>
                                  </m:r>
                                </m:e>
                                <m:e>
                                  <m:r>
                                    <a:rPr lang="en-CA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ptos"/>
                                      <a:cs typeface="Times New Roman" panose="02020603050405020304" pitchFamily="18" charset="0"/>
                                    </a:rPr>
                                    <m:t>0.0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CA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CA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CA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CA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CA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CA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CA" i="1" kern="100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CA" i="1" kern="100">
                            <a:latin typeface="Cambria Math" panose="02040503050406030204" pitchFamily="18" charset="0"/>
                            <a:ea typeface="Aptos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CA" i="1" kern="100">
                            <a:latin typeface="Cambria Math" panose="02040503050406030204" pitchFamily="18" charset="0"/>
                            <a:ea typeface="Aptos"/>
                            <a:cs typeface="Times New Roman" panose="02020603050405020304" pitchFamily="18" charset="0"/>
                          </a:rPr>
                          <m:t>𝑑𝐶</m:t>
                        </m:r>
                      </m:num>
                      <m:den>
                        <m:r>
                          <a:rPr lang="en-CA" i="1" kern="100">
                            <a:latin typeface="Cambria Math" panose="02040503050406030204" pitchFamily="18" charset="0"/>
                            <a:ea typeface="Aptos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CA" i="1" kern="100">
                        <a:latin typeface="Cambria Math" panose="02040503050406030204" pitchFamily="18" charset="0"/>
                        <a:ea typeface="Aptos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i="1" kern="100">
                            <a:latin typeface="Cambria Math" panose="02040503050406030204" pitchFamily="18" charset="0"/>
                            <a:ea typeface="Aptos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CA" i="1" kern="100">
                                <a:latin typeface="Cambria Math" panose="02040503050406030204" pitchFamily="18" charset="0"/>
                                <a:ea typeface="Aptos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CA" i="1" kern="100">
                                <a:latin typeface="Cambria Math" panose="02040503050406030204" pitchFamily="18" charset="0"/>
                                <a:ea typeface="Aptos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CA" i="1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 kern="100">
                                        <a:latin typeface="Cambria Math" panose="02040503050406030204" pitchFamily="18" charset="0"/>
                                        <a:ea typeface="Aptos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 kern="100">
                                        <a:latin typeface="Cambria Math" panose="02040503050406030204" pitchFamily="18" charset="0"/>
                                        <a:ea typeface="Aptos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CA" i="1" kern="100">
                                        <a:latin typeface="Cambria Math" panose="02040503050406030204" pitchFamily="18" charset="0"/>
                                        <a:ea typeface="Aptos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CA" i="1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  <m:t>+0.25</m:t>
                                </m:r>
                              </m:e>
                            </m:d>
                            <m:r>
                              <a:rPr lang="en-CA" i="1" kern="100">
                                <a:latin typeface="Cambria Math" panose="02040503050406030204" pitchFamily="18" charset="0"/>
                                <a:ea typeface="Aptos"/>
                                <a:cs typeface="Times New Roman" panose="020206030504050203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CA" i="1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 kern="100">
                                        <a:latin typeface="Cambria Math" panose="02040503050406030204" pitchFamily="18" charset="0"/>
                                        <a:ea typeface="Aptos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 kern="100">
                                        <a:latin typeface="Cambria Math" panose="02040503050406030204" pitchFamily="18" charset="0"/>
                                        <a:ea typeface="Aptos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CA" i="1" kern="100">
                                        <a:latin typeface="Cambria Math" panose="02040503050406030204" pitchFamily="18" charset="0"/>
                                        <a:ea typeface="Aptos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CA" i="1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  <m:t>+0.5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CA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CA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CA" i="1" kern="100">
                                        <a:latin typeface="Cambria Math" panose="02040503050406030204" pitchFamily="18" charset="0"/>
                                        <a:ea typeface="Aptos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CA" i="1" kern="100">
                                            <a:latin typeface="Cambria Math" panose="02040503050406030204" pitchFamily="18" charset="0"/>
                                            <a:ea typeface="Aptos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CA" i="1" kern="100">
                                            <a:latin typeface="Cambria Math" panose="02040503050406030204" pitchFamily="18" charset="0"/>
                                            <a:ea typeface="Aptos"/>
                                            <a:cs typeface="Times New Roman" panose="02020603050405020304" pitchFamily="18" charset="0"/>
                                          </a:rPr>
                                          <m:t>25</m:t>
                                        </m:r>
                                        <m:sSub>
                                          <m:sSubPr>
                                            <m:ctrlP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CA" i="1" kern="100">
                                            <a:latin typeface="Cambria Math" panose="02040503050406030204" pitchFamily="18" charset="0"/>
                                            <a:ea typeface="Aptos"/>
                                            <a:cs typeface="Times New Roman" panose="02020603050405020304" pitchFamily="18" charset="0"/>
                                          </a:rPr>
                                          <m:t>+2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  <m:e>
                            <m:r>
                              <a:rPr lang="en-CA" i="1" kern="100">
                                <a:latin typeface="Cambria Math" panose="02040503050406030204" pitchFamily="18" charset="0"/>
                                <a:ea typeface="Aptos"/>
                                <a:cs typeface="Times New Roman" panose="02020603050405020304" pitchFamily="18" charset="0"/>
                              </a:rPr>
                              <m:t>0.5−</m:t>
                            </m:r>
                            <m:sSub>
                              <m:sSubPr>
                                <m:ctrlPr>
                                  <a:rPr lang="en-CA" i="1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CA" i="1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CA" i="1" kern="100">
                                <a:latin typeface="Cambria Math" panose="02040503050406030204" pitchFamily="18" charset="0"/>
                                <a:ea typeface="Aptos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CA" i="1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 kern="100">
                                        <a:latin typeface="Cambria Math" panose="02040503050406030204" pitchFamily="18" charset="0"/>
                                        <a:ea typeface="Aptos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 kern="100">
                                        <a:latin typeface="Cambria Math" panose="02040503050406030204" pitchFamily="18" charset="0"/>
                                        <a:ea typeface="Aptos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CA" i="1" kern="100">
                                        <a:latin typeface="Cambria Math" panose="02040503050406030204" pitchFamily="18" charset="0"/>
                                        <a:ea typeface="Aptos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CA" i="1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  <m:t>+0.5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CA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CA" kern="100">
                                    <a:latin typeface="Cambria Math" panose="02040503050406030204" pitchFamily="18" charset="0"/>
                                    <a:ea typeface="Aptos"/>
                                    <a:cs typeface="Times New Roman" panose="020206030504050203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CA" i="1" kern="100">
                                        <a:latin typeface="Cambria Math" panose="02040503050406030204" pitchFamily="18" charset="0"/>
                                        <a:ea typeface="Aptos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CA" i="1" kern="100">
                                            <a:latin typeface="Cambria Math" panose="02040503050406030204" pitchFamily="18" charset="0"/>
                                            <a:ea typeface="Aptos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CA" i="1" kern="100">
                                            <a:latin typeface="Cambria Math" panose="02040503050406030204" pitchFamily="18" charset="0"/>
                                            <a:ea typeface="Aptos"/>
                                            <a:cs typeface="Times New Roman" panose="02020603050405020304" pitchFamily="18" charset="0"/>
                                          </a:rPr>
                                          <m:t>25</m:t>
                                        </m:r>
                                        <m:sSub>
                                          <m:sSubPr>
                                            <m:ctrlP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CA" i="1" kern="100">
                                                <a:latin typeface="Cambria Math" panose="02040503050406030204" pitchFamily="18" charset="0"/>
                                                <a:ea typeface="Aptos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CA" i="1" kern="100">
                                            <a:latin typeface="Cambria Math" panose="02040503050406030204" pitchFamily="18" charset="0"/>
                                            <a:ea typeface="Aptos"/>
                                            <a:cs typeface="Times New Roman" panose="02020603050405020304" pitchFamily="18" charset="0"/>
                                          </a:rPr>
                                          <m:t>+2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  <m:e>
                            <m:sSubSup>
                              <m:sSubSupPr>
                                <m:ctrlPr>
                                  <a:rPr lang="en-CA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CA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CA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CA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CA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CA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CA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CA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+0.1</m:t>
                            </m:r>
                          </m:e>
                        </m:eqArr>
                      </m:e>
                    </m:d>
                  </m:oMath>
                </a14:m>
                <a:r>
                  <a:rPr lang="en-CA" kern="100" dirty="0">
                    <a:latin typeface="Calibri" panose="020F0502020204030204" pitchFamily="34" charset="0"/>
                    <a:ea typeface="Aptos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E5197FCC-00E0-C5BF-3748-75DE4FE48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64" y="4933996"/>
                <a:ext cx="8607919" cy="1819537"/>
              </a:xfrm>
              <a:prstGeom prst="rect">
                <a:avLst/>
              </a:prstGeom>
              <a:blipFill>
                <a:blip r:embed="rId21"/>
                <a:stretch>
                  <a:fillRect l="-425" t="-133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1" name="Picture 210">
            <a:extLst>
              <a:ext uri="{FF2B5EF4-FFF2-40B4-BE49-F238E27FC236}">
                <a16:creationId xmlns:a16="http://schemas.microsoft.com/office/drawing/2014/main" id="{524403DF-6F8B-CFC1-1215-04BCE546BD97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2" r="50798" b="52535"/>
          <a:stretch>
            <a:fillRect/>
          </a:stretch>
        </p:blipFill>
        <p:spPr>
          <a:xfrm>
            <a:off x="7375034" y="4568580"/>
            <a:ext cx="1896465" cy="203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94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D26606CD-31FC-5AF7-950F-0451C0C0E616}"/>
              </a:ext>
            </a:extLst>
          </p:cNvPr>
          <p:cNvSpPr/>
          <p:nvPr/>
        </p:nvSpPr>
        <p:spPr>
          <a:xfrm>
            <a:off x="445592" y="5070582"/>
            <a:ext cx="4365558" cy="1363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A3FA2F-70D3-095A-7691-2FF1C67997B7}"/>
              </a:ext>
            </a:extLst>
          </p:cNvPr>
          <p:cNvSpPr/>
          <p:nvPr/>
        </p:nvSpPr>
        <p:spPr>
          <a:xfrm>
            <a:off x="263365" y="169486"/>
            <a:ext cx="11665267" cy="344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92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Summary of Construction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CAB857-84B8-0604-4972-6044678A29B1}"/>
              </a:ext>
            </a:extLst>
          </p:cNvPr>
          <p:cNvSpPr txBox="1"/>
          <p:nvPr/>
        </p:nvSpPr>
        <p:spPr>
          <a:xfrm>
            <a:off x="5071400" y="1843261"/>
            <a:ext cx="274872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Partition NN parameters into abs-normal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83DDA8-91D1-B5E3-14B1-D8DBA0638470}"/>
                  </a:ext>
                </a:extLst>
              </p:cNvPr>
              <p:cNvSpPr txBox="1"/>
              <p:nvPr/>
            </p:nvSpPr>
            <p:spPr>
              <a:xfrm>
                <a:off x="469396" y="1498033"/>
                <a:ext cx="4341754" cy="2220736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b="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b="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CA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 algn="ctr"/>
                <a:r>
                  <a:rPr lang="en-CA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rPr>
                  <a:t>…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CA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83DDA8-91D1-B5E3-14B1-D8DBA0638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96" y="1498033"/>
                <a:ext cx="4341754" cy="22207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8F97AC4-B529-9680-E4DE-FF58C77E1139}"/>
              </a:ext>
            </a:extLst>
          </p:cNvPr>
          <p:cNvSpPr txBox="1"/>
          <p:nvPr/>
        </p:nvSpPr>
        <p:spPr>
          <a:xfrm>
            <a:off x="469396" y="1191233"/>
            <a:ext cx="427329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 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773A40-8135-BD6F-2A00-223E0BBE0F5F}"/>
              </a:ext>
            </a:extLst>
          </p:cNvPr>
          <p:cNvSpPr txBox="1"/>
          <p:nvPr/>
        </p:nvSpPr>
        <p:spPr>
          <a:xfrm>
            <a:off x="469395" y="3812538"/>
            <a:ext cx="4435495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solidFill>
                  <a:srgbClr val="E9713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Neural ODE: Solve Euler Equation for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8DACB5-29A1-11E9-BE87-6DC6B636C722}"/>
                  </a:ext>
                </a:extLst>
              </p:cNvPr>
              <p:cNvSpPr txBox="1"/>
              <p:nvPr/>
            </p:nvSpPr>
            <p:spPr>
              <a:xfrm>
                <a:off x="469395" y="4133252"/>
                <a:ext cx="4346441" cy="40320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  <a:prstDash val="sys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𝑃𝑥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8DACB5-29A1-11E9-BE87-6DC6B636C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95" y="4133252"/>
                <a:ext cx="4346441" cy="403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2"/>
                </a:solidFill>
                <a:prstDash val="sysDash"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07453A3-C67E-4D01-7BCC-10500312AC3F}"/>
                  </a:ext>
                </a:extLst>
              </p:cNvPr>
              <p:cNvSpPr txBox="1"/>
              <p:nvPr/>
            </p:nvSpPr>
            <p:spPr>
              <a:xfrm>
                <a:off x="5819216" y="4133252"/>
                <a:ext cx="4273200" cy="403957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  <a:prstDash val="sys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1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</m:acc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𝑸𝑱</m:t>
                    </m:r>
                    <m:r>
                      <a:rPr lang="en-CA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acc>
                      <m:accPr>
                        <m:chr m:val="̅"/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𝑸𝒀</m:t>
                    </m:r>
                  </m:oMath>
                </a14:m>
                <a:r>
                  <a:rPr lang="en-CA" b="1" dirty="0">
                    <a:solidFill>
                      <a:schemeClr val="tx1"/>
                    </a:solidFill>
                    <a:ea typeface="CMU Sans Serif" panose="02000603000000000000" pitchFamily="2" charset="0"/>
                    <a:cs typeface="CMU Sans Serif" panose="02000603000000000000" pitchFamily="2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CA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𝑸𝒃</m:t>
                    </m:r>
                  </m:oMath>
                </a14:m>
                <a:endParaRPr lang="en-CA" b="1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07453A3-C67E-4D01-7BCC-10500312A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216" y="4133252"/>
                <a:ext cx="4273200" cy="403957"/>
              </a:xfrm>
              <a:prstGeom prst="rect">
                <a:avLst/>
              </a:prstGeom>
              <a:blipFill>
                <a:blip r:embed="rId5"/>
                <a:stretch>
                  <a:fillRect l="-142" b="-4348"/>
                </a:stretch>
              </a:blipFill>
              <a:ln>
                <a:solidFill>
                  <a:schemeClr val="accent2"/>
                </a:solidFill>
                <a:prstDash val="sysDash"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F4CF07-11F8-B936-BE39-E96DE7969854}"/>
                  </a:ext>
                </a:extLst>
              </p:cNvPr>
              <p:cNvSpPr txBox="1"/>
              <p:nvPr/>
            </p:nvSpPr>
            <p:spPr>
              <a:xfrm>
                <a:off x="8148836" y="1498033"/>
                <a:ext cx="3455068" cy="1958870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ℓ</m:t>
                                            </m:r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𝐙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𝐋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e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eqArr>
                                      <m:eqArr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e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CA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CA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CA" i="1">
                                                    <a:latin typeface="Cambria Math" panose="02040503050406030204" pitchFamily="18" charset="0"/>
                                                  </a:rPr>
                                                  <m:t>𝑧</m:t>
                                                </m:r>
                                              </m:e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CA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CA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eqArr>
                                  </m:e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ℓ</m:t>
                                            </m:r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−2)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eqAr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e>
                              <m: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F4CF07-11F8-B936-BE39-E96DE7969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836" y="1498033"/>
                <a:ext cx="3455068" cy="19588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9AB015F-FD68-BB1E-A7BE-63987B3954AF}"/>
              </a:ext>
            </a:extLst>
          </p:cNvPr>
          <p:cNvSpPr txBox="1"/>
          <p:nvPr/>
        </p:nvSpPr>
        <p:spPr>
          <a:xfrm>
            <a:off x="8148836" y="1191233"/>
            <a:ext cx="3455068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Abs-normal matrix set-up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CCD1C56-371C-8B49-0132-6748DBEBE2C0}"/>
              </a:ext>
            </a:extLst>
          </p:cNvPr>
          <p:cNvGrpSpPr/>
          <p:nvPr/>
        </p:nvGrpSpPr>
        <p:grpSpPr>
          <a:xfrm>
            <a:off x="263365" y="3490525"/>
            <a:ext cx="182228" cy="848500"/>
            <a:chOff x="1392572" y="5385732"/>
            <a:chExt cx="251670" cy="268448"/>
          </a:xfrm>
          <a:noFill/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C12B3A0-D59A-959D-949F-7BCB1C1C43E8}"/>
                </a:ext>
              </a:extLst>
            </p:cNvPr>
            <p:cNvCxnSpPr>
              <a:cxnSpLocks/>
            </p:cNvCxnSpPr>
            <p:nvPr/>
          </p:nvCxnSpPr>
          <p:spPr>
            <a:xfrm>
              <a:off x="1392572" y="5654180"/>
              <a:ext cx="251670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prstDash val="sysDash"/>
              <a:tailEnd type="triangle" w="lg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0FCAE49-9903-E7F0-A6C9-AF73EA4C88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2572" y="5385732"/>
              <a:ext cx="0" cy="268448"/>
            </a:xfrm>
            <a:prstGeom prst="line">
              <a:avLst/>
            </a:prstGeom>
            <a:ln w="38100">
              <a:solidFill>
                <a:schemeClr val="accent2"/>
              </a:solidFill>
              <a:prstDash val="sysDash"/>
              <a:tailEnd w="lg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69D87B1-B585-A029-E5A4-01C82FAB10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2572" y="5385732"/>
              <a:ext cx="220328" cy="0"/>
            </a:xfrm>
            <a:prstGeom prst="line">
              <a:avLst/>
            </a:prstGeom>
            <a:ln w="38100">
              <a:solidFill>
                <a:schemeClr val="accent2"/>
              </a:solidFill>
              <a:prstDash val="sysDash"/>
              <a:tailEnd w="lg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AACCF99-22AE-4FC7-B9D6-5EC774BCB2DA}"/>
                  </a:ext>
                </a:extLst>
              </p:cNvPr>
              <p:cNvSpPr txBox="1"/>
              <p:nvPr/>
            </p:nvSpPr>
            <p:spPr>
              <a:xfrm>
                <a:off x="445592" y="5073214"/>
                <a:ext cx="4365558" cy="11881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lang="en-CA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</m:acc>
                      <m:r>
                        <a:rPr lang="en-CA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CA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̃"/>
                          <m:ctrlPr>
                            <a:rPr lang="en-CA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CA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̃"/>
                          <m:ctrlPr>
                            <a:rPr lang="en-CA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CA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CA" b="1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en-CA" i="1" dirty="0">
                    <a:solidFill>
                      <a:schemeClr val="tx1"/>
                    </a:solidFill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CA" i="1" dirty="0">
                    <a:solidFill>
                      <a:schemeClr val="tx1"/>
                    </a:solidFill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rPr>
                  <a:t> solves LCP:</a:t>
                </a:r>
              </a:p>
              <a:p>
                <a:pPr algn="ctr">
                  <a:lnSpc>
                    <a:spcPct val="11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⊥</m:t>
                    </m:r>
                    <m:acc>
                      <m:accPr>
                        <m:chr m:val="̌"/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̌"/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acc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CA" b="1" dirty="0">
                    <a:solidFill>
                      <a:schemeClr val="tx1"/>
                    </a:solidFill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AACCF99-22AE-4FC7-B9D6-5EC774BCB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92" y="5073214"/>
                <a:ext cx="4365558" cy="1188146"/>
              </a:xfrm>
              <a:prstGeom prst="rect">
                <a:avLst/>
              </a:prstGeom>
              <a:blipFill>
                <a:blip r:embed="rId7"/>
                <a:stretch>
                  <a:fillRect l="-1117" t="-20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3C953F6-455D-78DC-A583-80BDA0511CC8}"/>
                  </a:ext>
                </a:extLst>
              </p:cNvPr>
              <p:cNvSpPr txBox="1"/>
              <p:nvPr/>
            </p:nvSpPr>
            <p:spPr>
              <a:xfrm>
                <a:off x="5746377" y="5073214"/>
                <a:ext cx="5857525" cy="1363258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1600"/>
                  </a:spcAft>
                </a:pPr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CA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acc>
                              <m:accPr>
                                <m:chr m:val="̃"/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brk m:alnAt="7"/>
                                  </m:r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</m:acc>
                            <m:r>
                              <m:rPr>
                                <m:brk m:alnAt="7"/>
                              </m:r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  <m: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</m:d>
                              </m:e>
                              <m:sup>
                                <m:r>
                                  <m:rPr>
                                    <m:brk m:alnAt="7"/>
                                  </m:r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  <m:r>
                              <m:rPr>
                                <m:brk m:alnAt="7"/>
                              </m:r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  <m:acc>
                              <m:accPr>
                                <m:chr m:val="̃"/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brk m:alnAt="7"/>
                                  </m:r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</m:acc>
                            <m:r>
                              <m:rPr>
                                <m:brk m:alnAt="7"/>
                              </m:r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</m:acc>
                            <m:r>
                              <m:rPr>
                                <m:brk m:alnAt="7"/>
                              </m:r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  <m: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</m:d>
                              </m:e>
                              <m:sup>
                                <m:r>
                                  <m:rPr>
                                    <m:brk m:alnAt="7"/>
                                  </m:r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</m:d>
                          </m:e>
                        </m:mr>
                        <m:mr>
                          <m:e>
                            <m:acc>
                              <m:accPr>
                                <m:chr m:val="̃"/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acc>
                            <m:r>
                              <m:rPr>
                                <m:brk m:alnAt="7"/>
                              </m:r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</m:acc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  <m:r>
                              <m:rPr>
                                <m:brk m:alnAt="7"/>
                              </m:r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  <m: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CA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</m:d>
                              </m:e>
                              <m:sup>
                                <m:r>
                                  <m:rPr>
                                    <m:brk m:alnAt="7"/>
                                  </m:r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e>
                            </m:acc>
                            <m:r>
                              <m:rPr>
                                <m:brk m:alnAt="7"/>
                              </m:r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e>
                            </m:acc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  <m:acc>
                              <m:accPr>
                                <m:chr m:val="̃"/>
                                <m:ctrl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brk m:alnAt="7"/>
                                  </m:rP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  <m:r>
                              <m:rPr>
                                <m:brk m:alnAt="7"/>
                              </m:r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</m:t>
                            </m:r>
                          </m:e>
                        </m:mr>
                      </m:m>
                    </m:oMath>
                  </m:oMathPara>
                </a14:m>
                <a:endParaRPr lang="en-CA" b="1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>
                  <a:lnSpc>
                    <a:spcPct val="110000"/>
                  </a:lnSpc>
                  <a:spcAft>
                    <a:spcPts val="1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acc>
                      </m:e>
                    </m:acc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</m:acc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acc>
                    <m:sSup>
                      <m:sSupPr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CA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𝑱</m:t>
                            </m:r>
                          </m:e>
                        </m:acc>
                      </m:e>
                      <m:sup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acc>
                      <m:accPr>
                        <m:chr m:val="̃"/>
                        <m:ctrlPr>
                          <a:rPr lang="en-CA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CA" b="1" dirty="0">
                    <a:solidFill>
                      <a:schemeClr val="tx1"/>
                    </a:solidFill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CA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acc>
                      </m:e>
                    </m:acc>
                    <m:r>
                      <a:rPr lang="en-CA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CA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  <m:r>
                      <a:rPr lang="en-CA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en-CA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acc>
                    <m:sSup>
                      <m:sSupPr>
                        <m:ctrlPr>
                          <a:rPr lang="en-CA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CA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𝑱</m:t>
                            </m:r>
                          </m:e>
                        </m:acc>
                      </m:e>
                      <m:sup>
                        <m:r>
                          <a:rPr lang="en-CA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acc>
                      <m:accPr>
                        <m:chr m:val="̃"/>
                        <m:ctrlPr>
                          <a:rPr lang="en-CA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CA" b="1" dirty="0">
                    <a:solidFill>
                      <a:schemeClr val="tx1"/>
                    </a:solidFill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rPr>
                  <a:t> </a:t>
                </a:r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3C953F6-455D-78DC-A583-80BDA0511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377" y="5073214"/>
                <a:ext cx="5857525" cy="13632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FFA9AF7-60DD-E6B1-848E-2677CA8FFFD3}"/>
              </a:ext>
            </a:extLst>
          </p:cNvPr>
          <p:cNvCxnSpPr>
            <a:cxnSpLocks/>
          </p:cNvCxnSpPr>
          <p:nvPr/>
        </p:nvCxnSpPr>
        <p:spPr>
          <a:xfrm>
            <a:off x="10256959" y="3460035"/>
            <a:ext cx="0" cy="1613179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BEA3B71-C075-184C-7FA8-081A52E09CF9}"/>
              </a:ext>
            </a:extLst>
          </p:cNvPr>
          <p:cNvSpPr txBox="1"/>
          <p:nvPr/>
        </p:nvSpPr>
        <p:spPr>
          <a:xfrm>
            <a:off x="5746377" y="4763943"/>
            <a:ext cx="3888787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Construction of new coefficients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D665698-399C-C34B-8C7B-2B227815A9E5}"/>
              </a:ext>
            </a:extLst>
          </p:cNvPr>
          <p:cNvSpPr txBox="1"/>
          <p:nvPr/>
        </p:nvSpPr>
        <p:spPr>
          <a:xfrm>
            <a:off x="445593" y="4763943"/>
            <a:ext cx="3455068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Complementary Solver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7F5A42B-6A03-057B-C9CA-BEF751210C12}"/>
              </a:ext>
            </a:extLst>
          </p:cNvPr>
          <p:cNvCxnSpPr>
            <a:cxnSpLocks/>
            <a:stCxn id="85" idx="1"/>
            <a:endCxn id="83" idx="3"/>
          </p:cNvCxnSpPr>
          <p:nvPr/>
        </p:nvCxnSpPr>
        <p:spPr>
          <a:xfrm flipH="1" flipV="1">
            <a:off x="4811150" y="5752766"/>
            <a:ext cx="935227" cy="2077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4CBDD4-4EBB-DAF8-62B0-FBD02BBB3114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4815836" y="4334852"/>
            <a:ext cx="1003380" cy="379"/>
          </a:xfrm>
          <a:prstGeom prst="straightConnector1">
            <a:avLst/>
          </a:prstGeom>
          <a:ln w="38100">
            <a:solidFill>
              <a:schemeClr val="accent2"/>
            </a:solidFill>
            <a:prstDash val="sysDash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9CEED75-5E64-D34E-54A3-D30A5B5B09B4}"/>
              </a:ext>
            </a:extLst>
          </p:cNvPr>
          <p:cNvCxnSpPr>
            <a:cxnSpLocks/>
          </p:cNvCxnSpPr>
          <p:nvPr/>
        </p:nvCxnSpPr>
        <p:spPr>
          <a:xfrm>
            <a:off x="9806940" y="4536452"/>
            <a:ext cx="2343" cy="536762"/>
          </a:xfrm>
          <a:prstGeom prst="straightConnector1">
            <a:avLst/>
          </a:prstGeom>
          <a:ln w="38100">
            <a:solidFill>
              <a:schemeClr val="accent2"/>
            </a:solidFill>
            <a:prstDash val="sysDash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814271C-8695-1D9A-115C-4E1E87CEA678}"/>
              </a:ext>
            </a:extLst>
          </p:cNvPr>
          <p:cNvCxnSpPr>
            <a:cxnSpLocks/>
          </p:cNvCxnSpPr>
          <p:nvPr/>
        </p:nvCxnSpPr>
        <p:spPr>
          <a:xfrm>
            <a:off x="9806940" y="3470910"/>
            <a:ext cx="2343" cy="645761"/>
          </a:xfrm>
          <a:prstGeom prst="straightConnector1">
            <a:avLst/>
          </a:prstGeom>
          <a:ln w="38100">
            <a:solidFill>
              <a:schemeClr val="accent2"/>
            </a:solidFill>
            <a:prstDash val="sysDash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0871F2E-BC94-92BF-1FAE-B821165E027C}"/>
              </a:ext>
            </a:extLst>
          </p:cNvPr>
          <p:cNvCxnSpPr>
            <a:cxnSpLocks/>
          </p:cNvCxnSpPr>
          <p:nvPr/>
        </p:nvCxnSpPr>
        <p:spPr>
          <a:xfrm>
            <a:off x="4811150" y="2475701"/>
            <a:ext cx="3337686" cy="0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85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B902C0-A303-9001-C354-7A3D4658183D}"/>
              </a:ext>
            </a:extLst>
          </p:cNvPr>
          <p:cNvSpPr/>
          <p:nvPr/>
        </p:nvSpPr>
        <p:spPr>
          <a:xfrm>
            <a:off x="350520" y="381000"/>
            <a:ext cx="2636520" cy="640080"/>
          </a:xfrm>
          <a:prstGeom prst="rect">
            <a:avLst/>
          </a:prstGeom>
          <a:solidFill>
            <a:srgbClr val="7A0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Piecewise affine mapping of neural 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64D632-59F6-0293-1701-A492BD7BD49F}"/>
              </a:ext>
            </a:extLst>
          </p:cNvPr>
          <p:cNvSpPr/>
          <p:nvPr/>
        </p:nvSpPr>
        <p:spPr>
          <a:xfrm>
            <a:off x="3369945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Abs-normal form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9E7D56-4163-4911-085E-F3428E64F456}"/>
              </a:ext>
            </a:extLst>
          </p:cNvPr>
          <p:cNvSpPr/>
          <p:nvPr/>
        </p:nvSpPr>
        <p:spPr>
          <a:xfrm>
            <a:off x="6322695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Construct LCP coefficients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BBABAF-2891-6B68-2123-039F32C313FD}"/>
              </a:ext>
            </a:extLst>
          </p:cNvPr>
          <p:cNvSpPr/>
          <p:nvPr/>
        </p:nvSpPr>
        <p:spPr>
          <a:xfrm>
            <a:off x="9342120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Solve LCP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F2FA92-3010-78D2-A06E-CF1C3FD9C982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987040" y="701040"/>
            <a:ext cx="382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D23122-0402-5F5A-ED32-3ABADB30DFFA}"/>
              </a:ext>
            </a:extLst>
          </p:cNvPr>
          <p:cNvCxnSpPr/>
          <p:nvPr/>
        </p:nvCxnSpPr>
        <p:spPr>
          <a:xfrm>
            <a:off x="6006465" y="701040"/>
            <a:ext cx="382905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76BD9C-C608-BBFD-E973-BF9C7D95FCC6}"/>
              </a:ext>
            </a:extLst>
          </p:cNvPr>
          <p:cNvCxnSpPr/>
          <p:nvPr/>
        </p:nvCxnSpPr>
        <p:spPr>
          <a:xfrm>
            <a:off x="8959215" y="746760"/>
            <a:ext cx="382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0" name="Picture 109">
            <a:extLst>
              <a:ext uri="{FF2B5EF4-FFF2-40B4-BE49-F238E27FC236}">
                <a16:creationId xmlns:a16="http://schemas.microsoft.com/office/drawing/2014/main" id="{E129CEFA-3AE0-EC2E-0CCA-07F664ED8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957" y="1561016"/>
            <a:ext cx="4617784" cy="43771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 Placeholder 3">
                <a:extLst>
                  <a:ext uri="{FF2B5EF4-FFF2-40B4-BE49-F238E27FC236}">
                    <a16:creationId xmlns:a16="http://schemas.microsoft.com/office/drawing/2014/main" id="{8D970849-A6D6-97EC-112B-2C401EC654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745" y="2195829"/>
                <a:ext cx="6096972" cy="3041176"/>
              </a:xfrm>
              <a:prstGeom prst="rect">
                <a:avLst/>
              </a:prstGeom>
            </p:spPr>
            <p:txBody>
              <a:bodyPr vert="horz" lIns="54864" tIns="27432" rIns="54864" bIns="27432" rtlCol="0" anchor="t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  <a:spcAft>
                    <a:spcPts val="960"/>
                  </a:spcAft>
                </a:pPr>
                <a:r>
                  <a:rPr lang="en-CA" dirty="0">
                    <a:solidFill>
                      <a:schemeClr val="tx1"/>
                    </a:solidFill>
                    <a:latin typeface="+mj-lt"/>
                  </a:rPr>
                  <a:t>From Aydinoglu et al. [2021], a NN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 dirty="0">
                    <a:solidFill>
                      <a:schemeClr val="tx1"/>
                    </a:solidFill>
                    <a:latin typeface="+mj-lt"/>
                  </a:rPr>
                  <a:t> is a multilayer perceptron with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  <a:latin typeface="+mj-lt"/>
                  </a:rPr>
                  <a:t> hidden layers:</a:t>
                </a:r>
              </a:p>
              <a:p>
                <a:pPr>
                  <a:lnSpc>
                    <a:spcPct val="110000"/>
                  </a:lnSpc>
                  <a:spcAft>
                    <a:spcPts val="96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𝑅𝑒𝐿𝑈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p>
                            <m:sSupPr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sup>
                          </m:sSup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∘…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𝑅𝑒𝐿𝑈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p>
                            <m:sSupPr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d>
                        <m:dPr>
                          <m:ctrlP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en-CA" dirty="0">
                  <a:solidFill>
                    <a:schemeClr val="tx1"/>
                  </a:solidFill>
                  <a:latin typeface="+mj-lt"/>
                </a:endParaRPr>
              </a:p>
              <a:p>
                <a:pPr marL="274320" indent="-274320">
                  <a:lnSpc>
                    <a:spcPct val="110000"/>
                  </a:lnSpc>
                  <a:spcAft>
                    <a:spcPts val="960"/>
                  </a:spcAft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Affine function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)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– describing weighted linear relationship between neurons between hidden layers. It satisfies: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d>
                          <m:dPr>
                            <m:ctrl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𝜣</m:t>
                        </m:r>
                      </m:e>
                      <m:sup>
                        <m:d>
                          <m:dPr>
                            <m:ctrl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d>
                          <m:dPr>
                            <m:ctrl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CA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</a:t>
                </a:r>
              </a:p>
              <a:p>
                <a:pPr marL="274320" indent="-274320">
                  <a:lnSpc>
                    <a:spcPct val="110000"/>
                  </a:lnSpc>
                  <a:spcAft>
                    <a:spcPts val="960"/>
                  </a:spcAft>
                  <a:buClr>
                    <a:srgbClr val="79003C"/>
                  </a:buClr>
                  <a:buFont typeface="Wingdings" panose="05000000000000000000" pitchFamily="2" charset="2"/>
                  <a:buChar char="Ø"/>
                </a:pP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Activation function </a:t>
                </a:r>
                <a14:m>
                  <m:oMath xmlns:m="http://schemas.openxmlformats.org/officeDocument/2006/math">
                    <m:r>
                      <a:rPr lang="en-CA" b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CA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𝑅𝑒𝐿𝑈</m:t>
                        </m:r>
                      </m:sub>
                    </m:sSub>
                    <m:r>
                      <a:rPr lang="en-CA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  <a:latin typeface="+mj-lt"/>
                  </a:rPr>
                  <a:t>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𝑅𝑒𝐿𝑈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. </a:t>
                </a:r>
              </a:p>
            </p:txBody>
          </p:sp>
        </mc:Choice>
        <mc:Fallback>
          <p:sp>
            <p:nvSpPr>
              <p:cNvPr id="112" name="Text Placeholder 3">
                <a:extLst>
                  <a:ext uri="{FF2B5EF4-FFF2-40B4-BE49-F238E27FC236}">
                    <a16:creationId xmlns:a16="http://schemas.microsoft.com/office/drawing/2014/main" id="{8D970849-A6D6-97EC-112B-2C401EC65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45" y="2195829"/>
                <a:ext cx="6096972" cy="3041176"/>
              </a:xfrm>
              <a:prstGeom prst="rect">
                <a:avLst/>
              </a:prstGeom>
              <a:blipFill>
                <a:blip r:embed="rId3"/>
                <a:stretch>
                  <a:fillRect l="-1500" t="-1202" r="-1500" b="-220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Rectangle 112">
            <a:extLst>
              <a:ext uri="{FF2B5EF4-FFF2-40B4-BE49-F238E27FC236}">
                <a16:creationId xmlns:a16="http://schemas.microsoft.com/office/drawing/2014/main" id="{87E1DA08-1A0F-1EBE-ECD8-F14B88684BFA}"/>
              </a:ext>
            </a:extLst>
          </p:cNvPr>
          <p:cNvSpPr/>
          <p:nvPr/>
        </p:nvSpPr>
        <p:spPr>
          <a:xfrm>
            <a:off x="389745" y="1561016"/>
            <a:ext cx="4617784" cy="347962"/>
          </a:xfrm>
          <a:prstGeom prst="rect">
            <a:avLst/>
          </a:prstGeom>
          <a:solidFill>
            <a:srgbClr val="7A00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/>
              <a:t>Neural Network Architecture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8AEAE5F-9F3E-BE89-BFA7-D8C880429B37}"/>
              </a:ext>
            </a:extLst>
          </p:cNvPr>
          <p:cNvCxnSpPr/>
          <p:nvPr/>
        </p:nvCxnSpPr>
        <p:spPr>
          <a:xfrm>
            <a:off x="350520" y="1274164"/>
            <a:ext cx="114672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313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6879-CDF4-FEE8-DA19-1C564431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9CCB5A-EF5E-0EA3-9A20-4E845D2E382E}"/>
              </a:ext>
            </a:extLst>
          </p:cNvPr>
          <p:cNvSpPr/>
          <p:nvPr/>
        </p:nvSpPr>
        <p:spPr>
          <a:xfrm>
            <a:off x="350520" y="381000"/>
            <a:ext cx="2636520" cy="640080"/>
          </a:xfrm>
          <a:prstGeom prst="rect">
            <a:avLst/>
          </a:prstGeom>
          <a:solidFill>
            <a:srgbClr val="7A0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Piecewise affine mapping of neural 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F2BE86-B288-2532-F2B8-4B32073052FC}"/>
              </a:ext>
            </a:extLst>
          </p:cNvPr>
          <p:cNvSpPr/>
          <p:nvPr/>
        </p:nvSpPr>
        <p:spPr>
          <a:xfrm>
            <a:off x="3369945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Partition into abs-normal form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3AC546-5E2D-845D-4C27-3E5815CB351C}"/>
              </a:ext>
            </a:extLst>
          </p:cNvPr>
          <p:cNvSpPr/>
          <p:nvPr/>
        </p:nvSpPr>
        <p:spPr>
          <a:xfrm>
            <a:off x="6322695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Construct coefficients for LCP problem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3C2342-317F-871B-74C6-910E4FB45447}"/>
              </a:ext>
            </a:extLst>
          </p:cNvPr>
          <p:cNvSpPr/>
          <p:nvPr/>
        </p:nvSpPr>
        <p:spPr>
          <a:xfrm>
            <a:off x="9342120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Solve LCP using complementary solver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A83383-D9A2-6C51-3447-5FFD80E632BE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987040" y="701040"/>
            <a:ext cx="382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FCA0F4-3E5A-50F7-8AB9-CC4A7D09098E}"/>
              </a:ext>
            </a:extLst>
          </p:cNvPr>
          <p:cNvCxnSpPr/>
          <p:nvPr/>
        </p:nvCxnSpPr>
        <p:spPr>
          <a:xfrm>
            <a:off x="6006465" y="701040"/>
            <a:ext cx="382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EBB626-81BB-8829-6EDD-261761F08FF3}"/>
              </a:ext>
            </a:extLst>
          </p:cNvPr>
          <p:cNvCxnSpPr/>
          <p:nvPr/>
        </p:nvCxnSpPr>
        <p:spPr>
          <a:xfrm>
            <a:off x="8959215" y="746760"/>
            <a:ext cx="382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70EF565-8535-4533-F171-9AB78A0A6E5D}"/>
              </a:ext>
            </a:extLst>
          </p:cNvPr>
          <p:cNvSpPr/>
          <p:nvPr/>
        </p:nvSpPr>
        <p:spPr>
          <a:xfrm>
            <a:off x="389745" y="1561016"/>
            <a:ext cx="4617784" cy="347962"/>
          </a:xfrm>
          <a:prstGeom prst="rect">
            <a:avLst/>
          </a:prstGeom>
          <a:solidFill>
            <a:srgbClr val="7A00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/>
              <a:t>Neural Network Architecture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B7FEBB-BF3B-2149-687B-11931BCA904C}"/>
              </a:ext>
            </a:extLst>
          </p:cNvPr>
          <p:cNvCxnSpPr/>
          <p:nvPr/>
        </p:nvCxnSpPr>
        <p:spPr>
          <a:xfrm>
            <a:off x="350520" y="1274164"/>
            <a:ext cx="114672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67A173E-11B8-AAA1-77A7-2EC4E6B71492}"/>
              </a:ext>
            </a:extLst>
          </p:cNvPr>
          <p:cNvSpPr txBox="1"/>
          <p:nvPr/>
        </p:nvSpPr>
        <p:spPr>
          <a:xfrm>
            <a:off x="6096000" y="1594203"/>
            <a:ext cx="274872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Partition NN parameters into abs-normal form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5A04D7-EFD6-2B11-C6C4-FFE59A5E9252}"/>
              </a:ext>
            </a:extLst>
          </p:cNvPr>
          <p:cNvSpPr txBox="1"/>
          <p:nvPr/>
        </p:nvSpPr>
        <p:spPr>
          <a:xfrm>
            <a:off x="469396" y="2120621"/>
            <a:ext cx="427329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 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F08A2C-BC27-55DB-3D8B-B277FE1083AC}"/>
                  </a:ext>
                </a:extLst>
              </p:cNvPr>
              <p:cNvSpPr txBox="1"/>
              <p:nvPr/>
            </p:nvSpPr>
            <p:spPr>
              <a:xfrm>
                <a:off x="7671727" y="2427421"/>
                <a:ext cx="3455068" cy="1502912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  <m:e>
                              <m:eqArr>
                                <m:eqArr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eqArr>
                            </m:e>
                          </m:eqAr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𝐙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𝐋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e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CA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CA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A" b="1" i="1" smtClean="0">
                                                <a:latin typeface="Cambria Math" panose="02040503050406030204" pitchFamily="18" charset="0"/>
                                              </a:rPr>
                                              <m:t>𝒛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CA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A" b="1" i="1" smtClean="0">
                                                <a:latin typeface="Cambria Math" panose="02040503050406030204" pitchFamily="18" charset="0"/>
                                              </a:rPr>
                                              <m:t>𝒛</m:t>
                                            </m:r>
                                          </m:e>
                                          <m:sup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ℓ</m:t>
                                            </m:r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−2)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eqAr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e>
                              <m: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F08A2C-BC27-55DB-3D8B-B277FE108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727" y="2427421"/>
                <a:ext cx="3455068" cy="15029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8D87DAB8-9D3A-6EE3-0626-50444804A4FD}"/>
              </a:ext>
            </a:extLst>
          </p:cNvPr>
          <p:cNvSpPr txBox="1"/>
          <p:nvPr/>
        </p:nvSpPr>
        <p:spPr>
          <a:xfrm>
            <a:off x="7671727" y="2120621"/>
            <a:ext cx="3455068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Abs-normal matrix set-up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B3964F-557A-9A66-04AF-FCC5B986D6EE}"/>
              </a:ext>
            </a:extLst>
          </p:cNvPr>
          <p:cNvCxnSpPr>
            <a:cxnSpLocks/>
          </p:cNvCxnSpPr>
          <p:nvPr/>
        </p:nvCxnSpPr>
        <p:spPr>
          <a:xfrm flipV="1">
            <a:off x="8844728" y="1574371"/>
            <a:ext cx="2860577" cy="226212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72E087F-076B-4EF4-2507-99DF4F728F52}"/>
              </a:ext>
            </a:extLst>
          </p:cNvPr>
          <p:cNvSpPr/>
          <p:nvPr/>
        </p:nvSpPr>
        <p:spPr>
          <a:xfrm>
            <a:off x="7828788" y="2520950"/>
            <a:ext cx="406908" cy="1100455"/>
          </a:xfrm>
          <a:prstGeom prst="rect">
            <a:avLst/>
          </a:prstGeom>
          <a:solidFill>
            <a:schemeClr val="tx2">
              <a:lumMod val="50000"/>
              <a:lumOff val="5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D34E24-A28F-3373-7C75-5913A2F2842A}"/>
              </a:ext>
            </a:extLst>
          </p:cNvPr>
          <p:cNvSpPr/>
          <p:nvPr/>
        </p:nvSpPr>
        <p:spPr>
          <a:xfrm>
            <a:off x="7828788" y="3622929"/>
            <a:ext cx="406908" cy="259080"/>
          </a:xfrm>
          <a:prstGeom prst="rect">
            <a:avLst/>
          </a:prstGeom>
          <a:solidFill>
            <a:schemeClr val="accent3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0DBB378-5AA5-F568-521B-46FC1B694C6F}"/>
              </a:ext>
            </a:extLst>
          </p:cNvPr>
          <p:cNvSpPr/>
          <p:nvPr/>
        </p:nvSpPr>
        <p:spPr>
          <a:xfrm>
            <a:off x="9364980" y="2481072"/>
            <a:ext cx="754380" cy="1400937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8205F5F-FC6D-4DFC-154A-DB2396F3434F}"/>
              </a:ext>
            </a:extLst>
          </p:cNvPr>
          <p:cNvSpPr/>
          <p:nvPr/>
        </p:nvSpPr>
        <p:spPr>
          <a:xfrm>
            <a:off x="10519664" y="2960436"/>
            <a:ext cx="188976" cy="260284"/>
          </a:xfrm>
          <a:prstGeom prst="rect">
            <a:avLst/>
          </a:prstGeom>
          <a:solidFill>
            <a:schemeClr val="accent3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BAD7982-3550-F4A6-E633-8036409E81DB}"/>
              </a:ext>
            </a:extLst>
          </p:cNvPr>
          <p:cNvSpPr/>
          <p:nvPr/>
        </p:nvSpPr>
        <p:spPr>
          <a:xfrm>
            <a:off x="10519664" y="3220720"/>
            <a:ext cx="188976" cy="212157"/>
          </a:xfrm>
          <a:prstGeom prst="rect">
            <a:avLst/>
          </a:prstGeom>
          <a:solidFill>
            <a:schemeClr val="accent2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BBF2BCD-512D-8442-D889-C816F3D97BE6}"/>
              </a:ext>
            </a:extLst>
          </p:cNvPr>
          <p:cNvSpPr/>
          <p:nvPr/>
        </p:nvSpPr>
        <p:spPr>
          <a:xfrm>
            <a:off x="5716814" y="2240534"/>
            <a:ext cx="379987" cy="947928"/>
          </a:xfrm>
          <a:prstGeom prst="rect">
            <a:avLst/>
          </a:prstGeom>
          <a:solidFill>
            <a:schemeClr val="accent2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61B8FB4-9B47-E461-2797-2433E192C1AB}"/>
              </a:ext>
            </a:extLst>
          </p:cNvPr>
          <p:cNvSpPr/>
          <p:nvPr/>
        </p:nvSpPr>
        <p:spPr>
          <a:xfrm>
            <a:off x="5326073" y="2025621"/>
            <a:ext cx="233680" cy="282696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6EBF967-05C8-8FB9-5CEE-6BF3BE7E8953}"/>
              </a:ext>
            </a:extLst>
          </p:cNvPr>
          <p:cNvGrpSpPr/>
          <p:nvPr/>
        </p:nvGrpSpPr>
        <p:grpSpPr>
          <a:xfrm>
            <a:off x="469395" y="2427421"/>
            <a:ext cx="4816975" cy="1640706"/>
            <a:chOff x="469395" y="2427421"/>
            <a:chExt cx="4816975" cy="16407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1D05BD1-CD48-E45B-CB50-3AC21617A18E}"/>
                    </a:ext>
                  </a:extLst>
                </p:cNvPr>
                <p:cNvSpPr txBox="1"/>
                <p:nvPr/>
              </p:nvSpPr>
              <p:spPr>
                <a:xfrm>
                  <a:off x="469395" y="2427421"/>
                  <a:ext cx="4816975" cy="1640706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sSupPr>
                            <m:ctrlPr>
                              <a:rPr lang="en-CA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CA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CA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0" smtClean="0">
                                <a:latin typeface="Cambria Math" panose="02040503050406030204" pitchFamily="18" charset="0"/>
                              </a:rPr>
                              <m:t>𝚯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A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CA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  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CA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CA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CA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     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en-CA" b="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sSupPr>
                            <m:ctrlPr>
                              <a:rPr lang="en-CA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CA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CA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0" smtClean="0">
                                <a:latin typeface="Cambria Math" panose="02040503050406030204" pitchFamily="18" charset="0"/>
                              </a:rPr>
                              <m:t>𝚯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sSup>
                              <m:sSupPr>
                                <m:ctrlP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  <m:d>
                              <m:dPr>
                                <m:begChr m:val="|"/>
                                <m:endChr m:val="|"/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CA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1" i="1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en-CA" b="0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sSupPr>
                            <m:ctrlPr>
                              <a:rPr lang="en-CA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CA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CA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1">
                                <a:latin typeface="Cambria Math" panose="02040503050406030204" pitchFamily="18" charset="0"/>
                              </a:rPr>
                              <m:t>𝚯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sSup>
                              <m:sSupPr>
                                <m:ctrlPr>
                                  <a:rPr lang="en-CA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  <m:d>
                              <m:dPr>
                                <m:begChr m:val="|"/>
                                <m:endChr m:val="|"/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en-CA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 algn="ctr"/>
                  <a:r>
                    <a:rPr lang="en-CA" dirty="0">
                      <a:latin typeface="CMU Sans Serif" panose="02000603000000000000" pitchFamily="2" charset="0"/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…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sSupPr>
                            <m:ctrlPr>
                              <a:rPr lang="en-CA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CA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CA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1">
                                <a:latin typeface="Cambria Math" panose="02040503050406030204" pitchFamily="18" charset="0"/>
                              </a:rPr>
                              <m:t>𝚯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sSup>
                              <m:sSupPr>
                                <m:ctrlPr>
                                  <a:rPr lang="en-CA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  <m:d>
                              <m:dPr>
                                <m:begChr m:val="|"/>
                                <m:endChr m:val="|"/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a:rPr lang="en-CA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lang="en-CA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1D05BD1-CD48-E45B-CB50-3AC21617A1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395" y="2427421"/>
                  <a:ext cx="4816975" cy="164070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566825D-401E-44C2-1BBE-4AA4D519B51F}"/>
                </a:ext>
              </a:extLst>
            </p:cNvPr>
            <p:cNvSpPr/>
            <p:nvPr/>
          </p:nvSpPr>
          <p:spPr>
            <a:xfrm>
              <a:off x="533400" y="2489953"/>
              <a:ext cx="388620" cy="939047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533773-20FA-7B6E-5A75-2F5095ABC4CE}"/>
                </a:ext>
              </a:extLst>
            </p:cNvPr>
            <p:cNvSpPr/>
            <p:nvPr/>
          </p:nvSpPr>
          <p:spPr>
            <a:xfrm>
              <a:off x="533400" y="3703645"/>
              <a:ext cx="388620" cy="297179"/>
            </a:xfrm>
            <a:prstGeom prst="rect">
              <a:avLst/>
            </a:prstGeom>
            <a:solidFill>
              <a:schemeClr val="tx2">
                <a:lumMod val="90000"/>
                <a:lumOff val="1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4D6DC99-9A47-B9AD-1610-DC6A0D7E2B8E}"/>
                </a:ext>
              </a:extLst>
            </p:cNvPr>
            <p:cNvSpPr/>
            <p:nvPr/>
          </p:nvSpPr>
          <p:spPr>
            <a:xfrm>
              <a:off x="1533461" y="2487857"/>
              <a:ext cx="388620" cy="941143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DDC2352-D561-543F-FF91-4E8C03BAB605}"/>
                </a:ext>
              </a:extLst>
            </p:cNvPr>
            <p:cNvSpPr/>
            <p:nvPr/>
          </p:nvSpPr>
          <p:spPr>
            <a:xfrm>
              <a:off x="1531768" y="3703645"/>
              <a:ext cx="388620" cy="297179"/>
            </a:xfrm>
            <a:prstGeom prst="rect">
              <a:avLst/>
            </a:prstGeom>
            <a:solidFill>
              <a:schemeClr val="accent3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7682D86-BB24-3813-4BD5-4C5DA5AB130F}"/>
                </a:ext>
              </a:extLst>
            </p:cNvPr>
            <p:cNvSpPr/>
            <p:nvPr/>
          </p:nvSpPr>
          <p:spPr>
            <a:xfrm>
              <a:off x="3738176" y="2781301"/>
              <a:ext cx="696664" cy="6477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FA16DD0-0ECC-FFE9-C0A7-476561602D87}"/>
                </a:ext>
              </a:extLst>
            </p:cNvPr>
            <p:cNvSpPr/>
            <p:nvPr/>
          </p:nvSpPr>
          <p:spPr>
            <a:xfrm>
              <a:off x="3736483" y="3706186"/>
              <a:ext cx="696664" cy="292716"/>
            </a:xfrm>
            <a:prstGeom prst="rect">
              <a:avLst/>
            </a:prstGeom>
            <a:solidFill>
              <a:schemeClr val="accent2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FB99B94-CE55-E6A5-9292-548339F94850}"/>
                </a:ext>
              </a:extLst>
            </p:cNvPr>
            <p:cNvSpPr/>
            <p:nvPr/>
          </p:nvSpPr>
          <p:spPr>
            <a:xfrm>
              <a:off x="4734080" y="2487858"/>
              <a:ext cx="421828" cy="972140"/>
            </a:xfrm>
            <a:prstGeom prst="rect">
              <a:avLst/>
            </a:prstGeom>
            <a:solidFill>
              <a:srgbClr val="C39BE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0C65508-FAC1-B719-2663-D010B7928480}"/>
                </a:ext>
              </a:extLst>
            </p:cNvPr>
            <p:cNvSpPr/>
            <p:nvPr/>
          </p:nvSpPr>
          <p:spPr>
            <a:xfrm>
              <a:off x="4742692" y="3703646"/>
              <a:ext cx="421829" cy="292716"/>
            </a:xfrm>
            <a:prstGeom prst="rect">
              <a:avLst/>
            </a:prstGeom>
            <a:solidFill>
              <a:srgbClr val="7900AC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D9C697A-FD19-741B-BAEF-941BA308A676}"/>
                  </a:ext>
                </a:extLst>
              </p:cNvPr>
              <p:cNvSpPr txBox="1"/>
              <p:nvPr/>
            </p:nvSpPr>
            <p:spPr>
              <a:xfrm>
                <a:off x="11248644" y="2421042"/>
                <a:ext cx="3267088" cy="1502912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  <m:e>
                              <m:eqArr>
                                <m:eqArrPr>
                                  <m:ctrlPr>
                                    <a:rPr lang="en-CA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eqArr>
                            </m:e>
                          </m:eqAr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𝐙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𝐋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e>
                              <m:e>
                                <m:r>
                                  <a:rPr lang="en-CA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CA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CA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CA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A" b="1" i="1" smtClean="0">
                                                <a:latin typeface="Cambria Math" panose="02040503050406030204" pitchFamily="18" charset="0"/>
                                              </a:rPr>
                                              <m:t>𝒛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CA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CA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A" b="1" i="1">
                                                <a:latin typeface="Cambria Math" panose="02040503050406030204" pitchFamily="18" charset="0"/>
                                              </a:rPr>
                                              <m:t>𝒛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e>
                              <m: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D9C697A-FD19-741B-BAEF-941BA308A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644" y="2421042"/>
                <a:ext cx="3267088" cy="15029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9E66E9A-EAAC-B1E4-B4D2-8C2BD73935C8}"/>
                  </a:ext>
                </a:extLst>
              </p:cNvPr>
              <p:cNvSpPr txBox="1"/>
              <p:nvPr/>
            </p:nvSpPr>
            <p:spPr>
              <a:xfrm>
                <a:off x="469395" y="4273548"/>
                <a:ext cx="13602205" cy="2117054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  <m:e>
                              <m:eqArr>
                                <m:eqArrPr>
                                  <m:ctrlPr>
                                    <a:rPr lang="en-CA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eqArr>
                            </m:e>
                          </m:eqAr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/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𝜣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CA" i="1"/>
                                  <m:t>0</m:t>
                                </m:r>
                              </m:e>
                              <m:e>
                                <m:r>
                                  <a:rPr lang="en-CA" i="1"/>
                                  <m:t>0</m:t>
                                </m:r>
                              </m:e>
                              <m:e>
                                <m:r>
                                  <a:rPr lang="en-CA" i="1"/>
                                  <m:t>…</m:t>
                                </m:r>
                              </m:e>
                              <m:e>
                                <m:r>
                                  <a:rPr lang="en-CA" i="1"/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i="1"/>
                                  <m:t>𝜆</m:t>
                                </m:r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𝜣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𝜣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d>
                                  <m:dPr>
                                    <m:ctrlPr>
                                      <a:rPr lang="en-CA" i="1"/>
                                    </m:ctrlPr>
                                  </m:dPr>
                                  <m:e>
                                    <m:r>
                                      <a:rPr lang="en-CA" i="1"/>
                                      <m:t>1−</m:t>
                                    </m:r>
                                    <m:r>
                                      <a:rPr lang="en-CA" i="1"/>
                                      <m:t>𝜆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𝜣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CA" i="1"/>
                                  <m:t>0</m:t>
                                </m:r>
                              </m:e>
                              <m:e>
                                <m:r>
                                  <a:rPr lang="en-CA" i="1"/>
                                  <m:t>…</m:t>
                                </m:r>
                              </m:e>
                              <m:e>
                                <m:r>
                                  <a:rPr lang="en-CA" i="1"/>
                                  <m:t>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CA" i="1"/>
                                    </m:ctrlPr>
                                  </m:sSupPr>
                                  <m:e>
                                    <m:r>
                                      <a:rPr lang="en-CA" i="1"/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i="1"/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𝜣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3</m:t>
                                        </m:r>
                                      </m:e>
                                    </m:d>
                                  </m:sup>
                                </m:sSup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𝜣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𝜣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CA" i="1"/>
                                  <m:t>𝜆</m:t>
                                </m:r>
                                <m:d>
                                  <m:dPr>
                                    <m:ctrlPr>
                                      <a:rPr lang="en-CA" i="1"/>
                                    </m:ctrlPr>
                                  </m:dPr>
                                  <m:e>
                                    <m:r>
                                      <a:rPr lang="en-CA" i="1"/>
                                      <m:t>1−</m:t>
                                    </m:r>
                                    <m:r>
                                      <a:rPr lang="en-CA" i="1"/>
                                      <m:t>𝜆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𝜣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3</m:t>
                                        </m:r>
                                      </m:e>
                                    </m:d>
                                  </m:sup>
                                </m:sSup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𝜣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d>
                                  <m:dPr>
                                    <m:ctrlPr>
                                      <a:rPr lang="en-CA" i="1"/>
                                    </m:ctrlPr>
                                  </m:dPr>
                                  <m:e>
                                    <m:r>
                                      <a:rPr lang="en-CA" i="1"/>
                                      <m:t>1−</m:t>
                                    </m:r>
                                    <m:r>
                                      <a:rPr lang="en-CA" i="1"/>
                                      <m:t>𝜆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𝜣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3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CA" i="1"/>
                                  <m:t>…</m:t>
                                </m:r>
                              </m:e>
                              <m:e>
                                <m:r>
                                  <a:rPr lang="en-CA" i="1"/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i="1"/>
                                  <m:t>⋮</m:t>
                                </m:r>
                              </m:e>
                              <m:e>
                                <m:r>
                                  <a:rPr lang="en-CA" i="1"/>
                                  <m:t>⋮</m:t>
                                </m:r>
                              </m:e>
                              <m:e>
                                <m:r>
                                  <a:rPr lang="en-CA" i="1"/>
                                  <m:t>⋮</m:t>
                                </m:r>
                              </m:e>
                              <m:e>
                                <m:r>
                                  <a:rPr lang="en-CA" i="1"/>
                                  <m:t>⋱</m:t>
                                </m:r>
                              </m:e>
                              <m:e>
                                <m:r>
                                  <a:rPr lang="en-CA" i="1"/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CA" i="1"/>
                                    </m:ctrlPr>
                                  </m:sSupPr>
                                  <m:e>
                                    <m:r>
                                      <a:rPr lang="en-CA" i="1"/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i="1"/>
                                      <m:t>𝓁</m:t>
                                    </m:r>
                                    <m:r>
                                      <a:rPr lang="en-CA" i="1"/>
                                      <m:t>−1</m:t>
                                    </m:r>
                                  </m:sup>
                                </m:sSup>
                                <m:nary>
                                  <m:naryPr>
                                    <m:chr m:val="∏"/>
                                    <m:ctrlPr>
                                      <a:rPr lang="en-CA" i="1"/>
                                    </m:ctrlPr>
                                  </m:naryPr>
                                  <m:sub>
                                    <m:r>
                                      <a:rPr lang="en-CA" i="1"/>
                                      <m:t>𝑖</m:t>
                                    </m:r>
                                    <m:r>
                                      <a:rPr lang="en-CA" i="1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CA" b="1" i="1"/>
                                      <m:t>𝓵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CA" b="1" i="1"/>
                                        </m:ctrlPr>
                                      </m:sSupPr>
                                      <m:e>
                                        <m:r>
                                          <a:rPr lang="en-CA" b="1" i="1"/>
                                          <m:t>𝜣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CA" i="1"/>
                                            </m:ctrlPr>
                                          </m:dPr>
                                          <m:e>
                                            <m:r>
                                              <a:rPr lang="en-CA" i="1"/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nary>
                              </m:e>
                              <m:e>
                                <m:sSup>
                                  <m:sSupPr>
                                    <m:ctrlPr>
                                      <a:rPr lang="en-CA" i="1"/>
                                    </m:ctrlPr>
                                  </m:sSupPr>
                                  <m:e>
                                    <m:r>
                                      <a:rPr lang="en-CA" i="1"/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i="1"/>
                                      <m:t>𝓁</m:t>
                                    </m:r>
                                    <m:r>
                                      <a:rPr lang="en-CA" i="1"/>
                                      <m:t>−2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CA" i="1"/>
                                    </m:ctrlPr>
                                  </m:dPr>
                                  <m:e>
                                    <m:r>
                                      <a:rPr lang="en-CA" i="1"/>
                                      <m:t>1−</m:t>
                                    </m:r>
                                    <m:r>
                                      <a:rPr lang="en-CA" i="1"/>
                                      <m:t>𝜆</m:t>
                                    </m:r>
                                  </m:e>
                                </m:d>
                                <m:nary>
                                  <m:naryPr>
                                    <m:chr m:val="∏"/>
                                    <m:ctrlPr>
                                      <a:rPr lang="en-CA" i="1"/>
                                    </m:ctrlPr>
                                  </m:naryPr>
                                  <m:sub>
                                    <m:r>
                                      <a:rPr lang="en-CA" i="1"/>
                                      <m:t>𝑖</m:t>
                                    </m:r>
                                    <m:r>
                                      <a:rPr lang="en-CA" i="1"/>
                                      <m:t>=2</m:t>
                                    </m:r>
                                  </m:sub>
                                  <m:sup>
                                    <m:r>
                                      <a:rPr lang="en-CA" b="1" i="1"/>
                                      <m:t>𝓵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CA" b="1" i="1"/>
                                        </m:ctrlPr>
                                      </m:sSupPr>
                                      <m:e>
                                        <m:r>
                                          <a:rPr lang="en-CA" b="1" i="1"/>
                                          <m:t>𝜣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CA" i="1"/>
                                            </m:ctrlPr>
                                          </m:dPr>
                                          <m:e>
                                            <m:r>
                                              <a:rPr lang="en-CA" i="1"/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nary>
                              </m:e>
                              <m:e>
                                <m:sSup>
                                  <m:sSupPr>
                                    <m:ctrlPr>
                                      <a:rPr lang="en-CA" i="1"/>
                                    </m:ctrlPr>
                                  </m:sSupPr>
                                  <m:e>
                                    <m:r>
                                      <a:rPr lang="en-CA" i="1"/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i="1"/>
                                      <m:t>𝓁</m:t>
                                    </m:r>
                                    <m:r>
                                      <a:rPr lang="en-CA" i="1"/>
                                      <m:t>−3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CA" i="1"/>
                                    </m:ctrlPr>
                                  </m:dPr>
                                  <m:e>
                                    <m:r>
                                      <a:rPr lang="en-CA" i="1"/>
                                      <m:t>1−</m:t>
                                    </m:r>
                                    <m:r>
                                      <a:rPr lang="en-CA" i="1"/>
                                      <m:t>𝜆</m:t>
                                    </m:r>
                                  </m:e>
                                </m:d>
                                <m:nary>
                                  <m:naryPr>
                                    <m:chr m:val="∏"/>
                                    <m:ctrlPr>
                                      <a:rPr lang="en-CA" i="1"/>
                                    </m:ctrlPr>
                                  </m:naryPr>
                                  <m:sub>
                                    <m:r>
                                      <a:rPr lang="en-CA" i="1"/>
                                      <m:t>𝑖</m:t>
                                    </m:r>
                                    <m:r>
                                      <a:rPr lang="en-CA" i="1"/>
                                      <m:t>=3</m:t>
                                    </m:r>
                                  </m:sub>
                                  <m:sup>
                                    <m:r>
                                      <a:rPr lang="en-CA" b="1" i="1"/>
                                      <m:t>𝓵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CA" b="1" i="1"/>
                                        </m:ctrlPr>
                                      </m:sSupPr>
                                      <m:e>
                                        <m:r>
                                          <a:rPr lang="en-CA" b="1" i="1"/>
                                          <m:t>𝜣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CA" i="1"/>
                                            </m:ctrlPr>
                                          </m:dPr>
                                          <m:e>
                                            <m:r>
                                              <a:rPr lang="en-CA" i="1"/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nary>
                              </m:e>
                              <m:e>
                                <m:r>
                                  <a:rPr lang="en-CA" i="1"/>
                                  <m:t>…</m:t>
                                </m:r>
                              </m:e>
                              <m:e>
                                <m:r>
                                  <a:rPr lang="en-CA" i="1"/>
                                  <m:t>(1−</m:t>
                                </m:r>
                                <m:r>
                                  <a:rPr lang="en-CA" i="1"/>
                                  <m:t>𝜆</m:t>
                                </m:r>
                                <m:r>
                                  <a:rPr lang="en-CA" i="1"/>
                                  <m:t>)</m:t>
                                </m:r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𝜣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𝓁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CA"/>
                            <m:t> 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CA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CA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CA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A" b="1" i="1" smtClean="0">
                                                <a:latin typeface="Cambria Math" panose="02040503050406030204" pitchFamily="18" charset="0"/>
                                              </a:rPr>
                                              <m:t>𝒛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CA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CA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CA" b="1" i="1">
                                                <a:latin typeface="Cambria Math" panose="02040503050406030204" pitchFamily="18" charset="0"/>
                                              </a:rPr>
                                              <m:t>𝒛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CA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/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𝑪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CA" i="1"/>
                                  <m:t>𝜆</m:t>
                                </m:r>
                                <m:sSup>
                                  <m:sSupPr>
                                    <m:ctrlPr>
                                      <a:rPr lang="en-CA" b="1"/>
                                    </m:ctrlPr>
                                  </m:sSupPr>
                                  <m:e>
                                    <m:r>
                                      <a:rPr lang="en-CA" b="1"/>
                                      <m:t>𝚯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𝑪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CA" i="1"/>
                                  <m:t>+</m:t>
                                </m:r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𝑪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CA" i="1"/>
                                    </m:ctrlPr>
                                  </m:sSupPr>
                                  <m:e>
                                    <m:r>
                                      <a:rPr lang="en-CA" i="1"/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i="1"/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CA" b="1"/>
                                    </m:ctrlPr>
                                  </m:sSupPr>
                                  <m:e>
                                    <m:r>
                                      <a:rPr lang="en-CA" b="1"/>
                                      <m:t>𝚯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3</m:t>
                                        </m:r>
                                      </m:e>
                                    </m:d>
                                  </m:sup>
                                </m:sSup>
                                <m:sSup>
                                  <m:sSupPr>
                                    <m:ctrlPr>
                                      <a:rPr lang="en-CA" b="1"/>
                                    </m:ctrlPr>
                                  </m:sSupPr>
                                  <m:e>
                                    <m:r>
                                      <a:rPr lang="en-CA" b="1"/>
                                      <m:t>𝚯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𝑪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CA" i="1"/>
                                  <m:t>+</m:t>
                                </m:r>
                                <m:r>
                                  <a:rPr lang="en-CA" i="1"/>
                                  <m:t>𝜆</m:t>
                                </m:r>
                                <m:sSup>
                                  <m:sSupPr>
                                    <m:ctrlPr>
                                      <a:rPr lang="en-CA" b="1"/>
                                    </m:ctrlPr>
                                  </m:sSupPr>
                                  <m:e>
                                    <m:r>
                                      <a:rPr lang="en-CA" b="1"/>
                                      <m:t>𝚯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3</m:t>
                                        </m:r>
                                      </m:e>
                                    </m:d>
                                  </m:sup>
                                </m:sSup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𝑪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CA" i="1"/>
                                  <m:t>+</m:t>
                                </m:r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𝑪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CA" i="1"/>
                                  <m:t>⋮</m:t>
                                </m:r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CA" i="1"/>
                                    </m:ctrlPr>
                                  </m:naryPr>
                                  <m:sub>
                                    <m:r>
                                      <a:rPr lang="en-CA" i="1"/>
                                      <m:t>𝑖</m:t>
                                    </m:r>
                                    <m:r>
                                      <a:rPr lang="en-CA" i="1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CA" i="1"/>
                                      <m:t>𝓁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CA" i="1"/>
                                        </m:ctrlPr>
                                      </m:sSupPr>
                                      <m:e>
                                        <m:r>
                                          <a:rPr lang="en-CA" i="1"/>
                                          <m:t>𝜆</m:t>
                                        </m:r>
                                      </m:e>
                                      <m:sup>
                                        <m:r>
                                          <a:rPr lang="en-CA" i="1"/>
                                          <m:t>𝓁</m:t>
                                        </m:r>
                                        <m:r>
                                          <a:rPr lang="en-CA" i="1"/>
                                          <m:t>−</m:t>
                                        </m:r>
                                        <m:r>
                                          <a:rPr lang="en-CA" i="1"/>
                                          <m:t>𝑖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∏"/>
                                            <m:ctrlPr>
                                              <a:rPr lang="en-CA" i="1"/>
                                            </m:ctrlPr>
                                          </m:naryPr>
                                          <m:sub>
                                            <m:r>
                                              <a:rPr lang="en-CA" i="1"/>
                                              <m:t>𝑗</m:t>
                                            </m:r>
                                            <m:r>
                                              <a:rPr lang="en-CA" i="1"/>
                                              <m:t>=</m:t>
                                            </m:r>
                                            <m:r>
                                              <a:rPr lang="en-CA" i="1"/>
                                              <m:t>𝑖</m:t>
                                            </m:r>
                                            <m:r>
                                              <a:rPr lang="en-CA" i="1"/>
                                              <m:t>+1</m:t>
                                            </m:r>
                                          </m:sub>
                                          <m:sup>
                                            <m:r>
                                              <a:rPr lang="en-CA" i="1"/>
                                              <m:t>𝓁</m:t>
                                            </m:r>
                                          </m:sup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CA" b="1"/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CA" b="1"/>
                                                  <m:t>𝚯</m:t>
                                                </m:r>
                                              </m:e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CA" i="1"/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CA" i="1"/>
                                                      <m:t>𝑗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</m:e>
                                        </m:nary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en-CA" b="1" i="1"/>
                                        </m:ctrlPr>
                                      </m:sSupPr>
                                      <m:e>
                                        <m:r>
                                          <a:rPr lang="en-CA" b="1" i="1"/>
                                          <m:t>𝑪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CA" i="1"/>
                                            </m:ctrlPr>
                                          </m:dPr>
                                          <m:e>
                                            <m:r>
                                              <a:rPr lang="en-CA" i="1"/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nary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CA"/>
                            <m:t> </m:t>
                          </m:r>
                        </m:e>
                      </m:d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9E66E9A-EAAC-B1E4-B4D2-8C2BD7393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95" y="4273548"/>
                <a:ext cx="13602205" cy="211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794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3FBC2-119B-5538-4743-71894FCF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F8B517-F820-D14A-CA5B-E71A0F21A8AA}"/>
              </a:ext>
            </a:extLst>
          </p:cNvPr>
          <p:cNvSpPr/>
          <p:nvPr/>
        </p:nvSpPr>
        <p:spPr>
          <a:xfrm>
            <a:off x="350520" y="381000"/>
            <a:ext cx="2636520" cy="640080"/>
          </a:xfrm>
          <a:prstGeom prst="rect">
            <a:avLst/>
          </a:prstGeom>
          <a:solidFill>
            <a:srgbClr val="7A0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Piecewise affine mapping of neural 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F38CBD-19A9-A3A0-69B3-9BE5CE438654}"/>
              </a:ext>
            </a:extLst>
          </p:cNvPr>
          <p:cNvSpPr/>
          <p:nvPr/>
        </p:nvSpPr>
        <p:spPr>
          <a:xfrm>
            <a:off x="3369945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Partition into abs-normal form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6233A7-883B-A5B5-6EEE-05B067D149D8}"/>
              </a:ext>
            </a:extLst>
          </p:cNvPr>
          <p:cNvSpPr/>
          <p:nvPr/>
        </p:nvSpPr>
        <p:spPr>
          <a:xfrm>
            <a:off x="6322695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Construct coefficients for LCP problem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C03C1-495F-4865-5048-9587C40960EE}"/>
              </a:ext>
            </a:extLst>
          </p:cNvPr>
          <p:cNvSpPr/>
          <p:nvPr/>
        </p:nvSpPr>
        <p:spPr>
          <a:xfrm>
            <a:off x="9342120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Solve LCP using complementary solver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5D7BE7-8F00-53A7-A3E6-66D3C43E1D5D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987040" y="701040"/>
            <a:ext cx="382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081CE6-E6E2-F1A2-872B-6B8A65BCD3A4}"/>
              </a:ext>
            </a:extLst>
          </p:cNvPr>
          <p:cNvCxnSpPr/>
          <p:nvPr/>
        </p:nvCxnSpPr>
        <p:spPr>
          <a:xfrm>
            <a:off x="6006465" y="701040"/>
            <a:ext cx="382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90FB5F-0227-FE12-384E-A5FDDA416B1A}"/>
              </a:ext>
            </a:extLst>
          </p:cNvPr>
          <p:cNvCxnSpPr/>
          <p:nvPr/>
        </p:nvCxnSpPr>
        <p:spPr>
          <a:xfrm>
            <a:off x="8959215" y="746760"/>
            <a:ext cx="382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A42223-68DB-6669-C1E7-821D09B92C42}"/>
              </a:ext>
            </a:extLst>
          </p:cNvPr>
          <p:cNvCxnSpPr/>
          <p:nvPr/>
        </p:nvCxnSpPr>
        <p:spPr>
          <a:xfrm>
            <a:off x="350520" y="1274164"/>
            <a:ext cx="114672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06E5E5C-6ED6-A2A7-23E9-14B97197C337}"/>
              </a:ext>
            </a:extLst>
          </p:cNvPr>
          <p:cNvSpPr txBox="1"/>
          <p:nvPr/>
        </p:nvSpPr>
        <p:spPr>
          <a:xfrm rot="16200000">
            <a:off x="-706620" y="3469421"/>
            <a:ext cx="2760611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Partition NN parameters into abs-normal form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97027B-296D-7615-4EEF-B0B4CB238590}"/>
              </a:ext>
            </a:extLst>
          </p:cNvPr>
          <p:cNvSpPr txBox="1"/>
          <p:nvPr/>
        </p:nvSpPr>
        <p:spPr>
          <a:xfrm>
            <a:off x="1238820" y="1527249"/>
            <a:ext cx="427329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 NN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C760C3-18F7-0FFB-A903-0FA8FFEC9DC5}"/>
              </a:ext>
            </a:extLst>
          </p:cNvPr>
          <p:cNvSpPr txBox="1"/>
          <p:nvPr/>
        </p:nvSpPr>
        <p:spPr>
          <a:xfrm>
            <a:off x="1208337" y="3650600"/>
            <a:ext cx="3455069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Abs-normal matrix set-up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1BD32A-B3F7-90FA-A5C0-7F7FF0F6838D}"/>
                  </a:ext>
                </a:extLst>
              </p:cNvPr>
              <p:cNvSpPr txBox="1"/>
              <p:nvPr/>
            </p:nvSpPr>
            <p:spPr>
              <a:xfrm>
                <a:off x="1238819" y="1834049"/>
                <a:ext cx="4816975" cy="1640706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en-CA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CA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𝚯</m:t>
                        </m:r>
                      </m:e>
                      <m:sup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CA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CA" dirty="0">
                    <a:ea typeface="CMU Sans Serif" panose="02000603000000000000" pitchFamily="2" charset="0"/>
                    <a:cs typeface="CMU Sans Serif" panose="02000603000000000000" pitchFamily="2" charset="0"/>
                  </a:rPr>
                  <a:t>			     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CA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endParaRPr lang="en-CA" b="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1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    +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  +</m:t>
                      </m:r>
                      <m:sSup>
                        <m:sSup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b="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CA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CA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CA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CA" i="1" smtClean="0">
                          <a:latin typeface="Cambria Math" panose="02040503050406030204" pitchFamily="18" charset="0"/>
                          <a:ea typeface="CMU Sans Serif" panose="02000603000000000000" pitchFamily="2" charset="0"/>
                          <a:cs typeface="CMU Sans Serif" panose="02000603000000000000" pitchFamily="2" charset="0"/>
                        </a:rPr>
                        <m:t>⋮</m:t>
                      </m:r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CA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CA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CA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1BD32A-B3F7-90FA-A5C0-7F7FF0F68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819" y="1834049"/>
                <a:ext cx="4816975" cy="1640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1003A04-2618-3DFF-CBBD-7EE50AF5BB7E}"/>
              </a:ext>
            </a:extLst>
          </p:cNvPr>
          <p:cNvGrpSpPr/>
          <p:nvPr/>
        </p:nvGrpSpPr>
        <p:grpSpPr>
          <a:xfrm>
            <a:off x="1238819" y="3945238"/>
            <a:ext cx="10361165" cy="1826526"/>
            <a:chOff x="469395" y="4273548"/>
            <a:chExt cx="10361165" cy="182652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F6F79E0-AD13-7AA4-586A-CAD9E7959C04}"/>
                    </a:ext>
                  </a:extLst>
                </p:cNvPr>
                <p:cNvSpPr txBox="1"/>
                <p:nvPr/>
              </p:nvSpPr>
              <p:spPr>
                <a:xfrm>
                  <a:off x="469395" y="4273548"/>
                  <a:ext cx="10361165" cy="1826526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CA" i="1"/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CA" i="1"/>
                                </m:ctrlPr>
                              </m:eqArrPr>
                              <m:e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𝒛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CA" b="1" i="1"/>
                                    </m:ctrlPr>
                                  </m:sSupPr>
                                  <m:e>
                                    <m:r>
                                      <a:rPr lang="en-CA" b="1" i="1"/>
                                      <m:t>𝒛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/>
                                        </m:ctrlPr>
                                      </m:dPr>
                                      <m:e>
                                        <m:r>
                                          <a:rPr lang="en-CA" i="1"/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CA" i="1"/>
                                  <m:t>⋮</m:t>
                                </m:r>
                              </m:e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</m:e>
                            </m:eqAr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i="1"/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i="1"/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CA" b="1" i="1"/>
                                      </m:ctrlPr>
                                    </m:sSupPr>
                                    <m:e>
                                      <m:r>
                                        <a:rPr lang="en-CA" b="1" i="1"/>
                                        <m:t>𝜣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/>
                                          </m:ctrlPr>
                                        </m:dPr>
                                        <m:e>
                                          <m:r>
                                            <a:rPr lang="en-CA" i="1"/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CA" i="1"/>
                                    <m:t>0</m:t>
                                  </m:r>
                                </m:e>
                                <m:e>
                                  <m:r>
                                    <a:rPr lang="en-CA" i="1"/>
                                    <m:t>…</m:t>
                                  </m:r>
                                </m:e>
                                <m:e>
                                  <m:r>
                                    <a:rPr lang="en-CA" i="1"/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i="1"/>
                                    <m:t>𝜆</m:t>
                                  </m:r>
                                  <m:sSup>
                                    <m:sSupPr>
                                      <m:ctrlPr>
                                        <a:rPr lang="en-CA" b="1" i="1"/>
                                      </m:ctrlPr>
                                    </m:sSupPr>
                                    <m:e>
                                      <m:r>
                                        <a:rPr lang="en-CA" b="1" i="1"/>
                                        <m:t>𝜣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/>
                                          </m:ctrlPr>
                                        </m:dPr>
                                        <m:e>
                                          <m:r>
                                            <a:rPr lang="en-CA" i="1"/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CA" b="1" i="1"/>
                                      </m:ctrlPr>
                                    </m:sSupPr>
                                    <m:e>
                                      <m:r>
                                        <a:rPr lang="en-CA" b="1" i="1"/>
                                        <m:t>𝜣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/>
                                          </m:ctrlPr>
                                        </m:dPr>
                                        <m:e>
                                          <m:r>
                                            <a:rPr lang="en-CA" i="1"/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ctrlPr>
                                        <a:rPr lang="en-CA" i="1"/>
                                      </m:ctrlPr>
                                    </m:dPr>
                                    <m:e>
                                      <m:r>
                                        <a:rPr lang="en-CA" i="1"/>
                                        <m:t>1−</m:t>
                                      </m:r>
                                      <m:r>
                                        <a:rPr lang="en-CA" i="1"/>
                                        <m:t>𝜆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CA" b="1" i="1"/>
                                      </m:ctrlPr>
                                    </m:sSupPr>
                                    <m:e>
                                      <m:r>
                                        <a:rPr lang="en-CA" b="1" i="1"/>
                                        <m:t>𝜣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/>
                                          </m:ctrlPr>
                                        </m:dPr>
                                        <m:e>
                                          <m:r>
                                            <a:rPr lang="en-CA" i="1"/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CA" i="1"/>
                                    <m:t>…</m:t>
                                  </m:r>
                                </m:e>
                                <m:e>
                                  <m:r>
                                    <a:rPr lang="en-CA" i="1"/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i="1"/>
                                    <m:t>⋮</m:t>
                                  </m:r>
                                </m:e>
                                <m:e>
                                  <m:r>
                                    <a:rPr lang="en-CA" i="1"/>
                                    <m:t>⋮</m:t>
                                  </m:r>
                                </m:e>
                                <m:e>
                                  <m:r>
                                    <a:rPr lang="en-CA" i="1"/>
                                    <m:t>⋱</m:t>
                                  </m:r>
                                </m:e>
                                <m:e>
                                  <m:r>
                                    <a:rPr lang="en-CA" i="1"/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p>
                                    <m:sSupPr>
                                      <m:ctrlPr>
                                        <a:rPr lang="en-CA" i="1"/>
                                      </m:ctrlPr>
                                    </m:sSupPr>
                                    <m:e>
                                      <m:r>
                                        <a:rPr lang="en-CA" i="1"/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lang="en-CA" i="1"/>
                                        <m:t>𝓁</m:t>
                                      </m:r>
                                      <m:r>
                                        <a:rPr lang="en-CA" i="1"/>
                                        <m:t>−1</m:t>
                                      </m:r>
                                    </m:sup>
                                  </m:sSup>
                                  <m:nary>
                                    <m:naryPr>
                                      <m:chr m:val="∏"/>
                                      <m:ctrlPr>
                                        <a:rPr lang="en-CA" i="1"/>
                                      </m:ctrlPr>
                                    </m:naryPr>
                                    <m:sub>
                                      <m:r>
                                        <a:rPr lang="en-CA" i="1"/>
                                        <m:t>𝑖</m:t>
                                      </m:r>
                                      <m:r>
                                        <a:rPr lang="en-CA" i="1"/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CA" b="1" i="1"/>
                                        <m:t>𝓵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CA" b="1" i="1"/>
                                          </m:ctrlPr>
                                        </m:sSupPr>
                                        <m:e>
                                          <m:r>
                                            <a:rPr lang="en-CA" b="1" i="1"/>
                                            <m:t>𝜣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CA" i="1"/>
                                              </m:ctrlPr>
                                            </m:dPr>
                                            <m:e>
                                              <m:r>
                                                <a:rPr lang="en-CA" i="1"/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nary>
                                </m:e>
                                <m:e>
                                  <m:sSup>
                                    <m:sSupPr>
                                      <m:ctrlPr>
                                        <a:rPr lang="en-CA" i="1"/>
                                      </m:ctrlPr>
                                    </m:sSupPr>
                                    <m:e>
                                      <m:r>
                                        <a:rPr lang="en-CA" i="1"/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lang="en-CA" i="1"/>
                                        <m:t>𝓁</m:t>
                                      </m:r>
                                      <m:r>
                                        <a:rPr lang="en-CA" i="1"/>
                                        <m:t>−2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CA" i="1"/>
                                      </m:ctrlPr>
                                    </m:dPr>
                                    <m:e>
                                      <m:r>
                                        <a:rPr lang="en-CA" i="1"/>
                                        <m:t>1−</m:t>
                                      </m:r>
                                      <m:r>
                                        <a:rPr lang="en-CA" i="1"/>
                                        <m:t>𝜆</m:t>
                                      </m:r>
                                    </m:e>
                                  </m:d>
                                  <m:nary>
                                    <m:naryPr>
                                      <m:chr m:val="∏"/>
                                      <m:ctrlPr>
                                        <a:rPr lang="en-CA" i="1"/>
                                      </m:ctrlPr>
                                    </m:naryPr>
                                    <m:sub>
                                      <m:r>
                                        <a:rPr lang="en-CA" i="1"/>
                                        <m:t>𝑖</m:t>
                                      </m:r>
                                      <m:r>
                                        <a:rPr lang="en-CA" i="1"/>
                                        <m:t>=2</m:t>
                                      </m:r>
                                    </m:sub>
                                    <m:sup>
                                      <m:r>
                                        <a:rPr lang="en-CA" b="1" i="1"/>
                                        <m:t>𝓵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CA" b="1" i="1"/>
                                          </m:ctrlPr>
                                        </m:sSupPr>
                                        <m:e>
                                          <m:r>
                                            <a:rPr lang="en-CA" b="1" i="1"/>
                                            <m:t>𝜣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CA" i="1"/>
                                              </m:ctrlPr>
                                            </m:dPr>
                                            <m:e>
                                              <m:r>
                                                <a:rPr lang="en-CA" i="1"/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nary>
                                </m:e>
                                <m:e>
                                  <m:r>
                                    <a:rPr lang="en-CA" i="1"/>
                                    <m:t>…</m:t>
                                  </m:r>
                                </m:e>
                                <m:e>
                                  <m:r>
                                    <a:rPr lang="en-CA" i="1"/>
                                    <m:t>(1−</m:t>
                                  </m:r>
                                  <m:r>
                                    <a:rPr lang="en-CA" i="1"/>
                                    <m:t>𝜆</m:t>
                                  </m:r>
                                  <m:r>
                                    <a:rPr lang="en-CA" i="1"/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n-CA" b="1" i="1"/>
                                      </m:ctrlPr>
                                    </m:sSupPr>
                                    <m:e>
                                      <m:r>
                                        <a:rPr lang="en-CA" b="1" i="1"/>
                                        <m:t>𝜣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/>
                                          </m:ctrlPr>
                                        </m:dPr>
                                        <m:e>
                                          <m:r>
                                            <a:rPr lang="en-CA" i="1"/>
                                            <m:t>𝓁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mr>
                            </m:m>
                            <m:r>
                              <m:rPr>
                                <m:nor/>
                              </m:rPr>
                              <a:rPr lang="en-CA"/>
                              <m:t> 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CA" i="1"/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i="1"/>
                                </m:ctrlPr>
                              </m:mPr>
                              <m:mr>
                                <m:e>
                                  <m:eqArr>
                                    <m:eqArrPr>
                                      <m:ctrlPr>
                                        <a:rPr lang="en-CA" b="1" i="1"/>
                                      </m:ctrlPr>
                                    </m:eqArrPr>
                                    <m:e>
                                      <m:r>
                                        <a:rPr lang="en-CA" b="1" i="1"/>
                                        <m:t>𝒙</m:t>
                                      </m:r>
                                    </m:e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CA" b="1" i="1"/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CA" b="1" i="1"/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CA" b="1" i="1"/>
                                                <m:t>𝒛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CA" i="1"/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CA" i="1"/>
                                                    <m:t>1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eqArr>
                                </m:e>
                              </m:mr>
                              <m:mr>
                                <m:e>
                                  <m:r>
                                    <a:rPr lang="en-CA" i="1"/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p>
                                    <m:sSupPr>
                                      <m:ctrlPr>
                                        <a:rPr lang="en-CA" i="1"/>
                                      </m:ctrlPr>
                                    </m:sSupPr>
                                    <m:e>
                                      <m:r>
                                        <a:rPr lang="en-CA" i="1"/>
                                        <m:t>|</m:t>
                                      </m:r>
                                      <m:r>
                                        <a:rPr lang="en-CA" b="1" i="1"/>
                                        <m:t>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/>
                                          </m:ctrlPr>
                                        </m:dPr>
                                        <m:e>
                                          <m:r>
                                            <a:rPr lang="en-CA" i="1"/>
                                            <m:t>𝓁</m:t>
                                          </m:r>
                                          <m:r>
                                            <a:rPr lang="en-CA" i="1"/>
                                            <m:t>−1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CA" i="1"/>
                                    <m:t>|</m:t>
                                  </m:r>
                                </m:e>
                              </m:mr>
                            </m:m>
                            <m:r>
                              <m:rPr>
                                <m:nor/>
                              </m:rPr>
                              <a:rPr lang="en-CA"/>
                              <m:t> 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i="1"/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i="1"/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CA" b="1" i="1"/>
                                      </m:ctrlPr>
                                    </m:sSupPr>
                                    <m:e>
                                      <m:r>
                                        <a:rPr lang="en-CA" b="1" i="1"/>
                                        <m:t>𝑪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/>
                                          </m:ctrlPr>
                                        </m:dPr>
                                        <m:e>
                                          <m:r>
                                            <a:rPr lang="en-CA" i="1"/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en-CA" i="1"/>
                                    <m:t>𝜆</m:t>
                                  </m:r>
                                  <m:sSup>
                                    <m:sSupPr>
                                      <m:ctrlPr>
                                        <a:rPr lang="en-CA" b="1"/>
                                      </m:ctrlPr>
                                    </m:sSupPr>
                                    <m:e>
                                      <m:r>
                                        <a:rPr lang="en-CA" b="1"/>
                                        <m:t>𝚯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/>
                                          </m:ctrlPr>
                                        </m:dPr>
                                        <m:e>
                                          <m:r>
                                            <a:rPr lang="en-CA" i="1"/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CA" b="1" i="1"/>
                                      </m:ctrlPr>
                                    </m:sSupPr>
                                    <m:e>
                                      <m:r>
                                        <a:rPr lang="en-CA" b="1" i="1"/>
                                        <m:t>𝑪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/>
                                          </m:ctrlPr>
                                        </m:dPr>
                                        <m:e>
                                          <m:r>
                                            <a:rPr lang="en-CA" i="1"/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CA" i="1"/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CA" b="1" i="1"/>
                                      </m:ctrlPr>
                                    </m:sSupPr>
                                    <m:e>
                                      <m:r>
                                        <a:rPr lang="en-CA" b="1" i="1"/>
                                        <m:t>𝑪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/>
                                          </m:ctrlPr>
                                        </m:dPr>
                                        <m:e>
                                          <m:r>
                                            <a:rPr lang="en-CA" i="1"/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en-CA" i="1"/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CA" i="1"/>
                                      </m:ctrlPr>
                                    </m:naryPr>
                                    <m:sub>
                                      <m:r>
                                        <a:rPr lang="en-CA" i="1"/>
                                        <m:t>𝑖</m:t>
                                      </m:r>
                                      <m:r>
                                        <a:rPr lang="en-CA" i="1"/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CA" i="1"/>
                                        <m:t>𝓁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CA" i="1"/>
                                          </m:ctrlPr>
                                        </m:sSupPr>
                                        <m:e>
                                          <m:r>
                                            <a:rPr lang="en-CA" i="1"/>
                                            <m:t>𝜆</m:t>
                                          </m:r>
                                        </m:e>
                                        <m:sup>
                                          <m:r>
                                            <a:rPr lang="en-CA" i="1"/>
                                            <m:t>𝓁</m:t>
                                          </m:r>
                                          <m:r>
                                            <a:rPr lang="en-CA" i="1"/>
                                            <m:t>−</m:t>
                                          </m:r>
                                          <m:r>
                                            <a:rPr lang="en-CA" i="1"/>
                                            <m:t>𝑖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CA" i="1"/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∏"/>
                                              <m:ctrlPr>
                                                <a:rPr lang="en-CA" i="1"/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CA" i="1"/>
                                                <m:t>𝑗</m:t>
                                              </m:r>
                                              <m:r>
                                                <a:rPr lang="en-CA" i="1"/>
                                                <m:t>=</m:t>
                                              </m:r>
                                              <m:r>
                                                <a:rPr lang="en-CA" i="1"/>
                                                <m:t>𝑖</m:t>
                                              </m:r>
                                              <m:r>
                                                <a:rPr lang="en-CA" i="1"/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CA" i="1"/>
                                                <m:t>𝓁</m:t>
                                              </m:r>
                                            </m:sup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CA" b="1"/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CA" b="1"/>
                                                    <m:t>𝚯</m:t>
                                                  </m:r>
                                                </m:e>
                                                <m:sup>
                                                  <m:d>
                                                    <m:dPr>
                                                      <m:ctrlPr>
                                                        <a:rPr lang="en-CA" i="1"/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CA" i="1"/>
                                                        <m:t>𝑗</m:t>
                                                      </m:r>
                                                    </m:e>
                                                  </m:d>
                                                </m:sup>
                                              </m:sSup>
                                            </m:e>
                                          </m:nary>
                                        </m:e>
                                      </m:d>
                                      <m:sSup>
                                        <m:sSupPr>
                                          <m:ctrlPr>
                                            <a:rPr lang="en-CA" b="1" i="1"/>
                                          </m:ctrlPr>
                                        </m:sSupPr>
                                        <m:e>
                                          <m:r>
                                            <a:rPr lang="en-CA" b="1" i="1"/>
                                            <m:t>𝑪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CA" i="1"/>
                                              </m:ctrlPr>
                                            </m:dPr>
                                            <m:e>
                                              <m:r>
                                                <a:rPr lang="en-CA" i="1"/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nary>
                                </m:e>
                              </m:mr>
                            </m:m>
                            <m:r>
                              <m:rPr>
                                <m:nor/>
                              </m:rPr>
                              <a:rPr lang="en-CA"/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CA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F6F79E0-AD13-7AA4-586A-CAD9E7959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395" y="4273548"/>
                  <a:ext cx="10361165" cy="182652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A532482-CFFA-C489-563D-92FB35ADC6C7}"/>
                </a:ext>
              </a:extLst>
            </p:cNvPr>
            <p:cNvSpPr/>
            <p:nvPr/>
          </p:nvSpPr>
          <p:spPr>
            <a:xfrm>
              <a:off x="624840" y="4644789"/>
              <a:ext cx="388620" cy="844547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ED77304-0E65-BBA7-B75F-030002B268AA}"/>
                </a:ext>
              </a:extLst>
            </p:cNvPr>
            <p:cNvSpPr/>
            <p:nvPr/>
          </p:nvSpPr>
          <p:spPr>
            <a:xfrm>
              <a:off x="624840" y="5480129"/>
              <a:ext cx="388620" cy="297179"/>
            </a:xfrm>
            <a:prstGeom prst="rect">
              <a:avLst/>
            </a:prstGeom>
            <a:solidFill>
              <a:schemeClr val="tx2">
                <a:lumMod val="90000"/>
                <a:lumOff val="1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A75CC8B-474A-73EF-583F-1CB5DE66AEA3}"/>
                </a:ext>
              </a:extLst>
            </p:cNvPr>
            <p:cNvSpPr/>
            <p:nvPr/>
          </p:nvSpPr>
          <p:spPr>
            <a:xfrm>
              <a:off x="1449070" y="4340676"/>
              <a:ext cx="1360170" cy="844547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A0A2664-EDAC-AB3D-7419-5F7690C54C84}"/>
                </a:ext>
              </a:extLst>
            </p:cNvPr>
            <p:cNvSpPr/>
            <p:nvPr/>
          </p:nvSpPr>
          <p:spPr>
            <a:xfrm>
              <a:off x="1449070" y="5182950"/>
              <a:ext cx="1360170" cy="844547"/>
            </a:xfrm>
            <a:prstGeom prst="rect">
              <a:avLst/>
            </a:prstGeom>
            <a:solidFill>
              <a:schemeClr val="accent3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D107132-F8D3-5D2F-7E8A-4E6834B6DACF}"/>
                </a:ext>
              </a:extLst>
            </p:cNvPr>
            <p:cNvSpPr/>
            <p:nvPr/>
          </p:nvSpPr>
          <p:spPr>
            <a:xfrm>
              <a:off x="2809240" y="4340676"/>
              <a:ext cx="3835400" cy="84227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025C1D2-1E53-BF75-06BF-7AEEE8E98F5D}"/>
                </a:ext>
              </a:extLst>
            </p:cNvPr>
            <p:cNvSpPr/>
            <p:nvPr/>
          </p:nvSpPr>
          <p:spPr>
            <a:xfrm>
              <a:off x="2809240" y="5182950"/>
              <a:ext cx="3835400" cy="842274"/>
            </a:xfrm>
            <a:prstGeom prst="rect">
              <a:avLst/>
            </a:prstGeom>
            <a:solidFill>
              <a:schemeClr val="accent2">
                <a:lumMod val="5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40F182D-BD09-E359-EF3C-68E9ECC28F99}"/>
                </a:ext>
              </a:extLst>
            </p:cNvPr>
            <p:cNvSpPr/>
            <p:nvPr/>
          </p:nvSpPr>
          <p:spPr>
            <a:xfrm>
              <a:off x="8085798" y="4340676"/>
              <a:ext cx="2471966" cy="840000"/>
            </a:xfrm>
            <a:prstGeom prst="rect">
              <a:avLst/>
            </a:prstGeom>
            <a:solidFill>
              <a:srgbClr val="C39BE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9BFE97A-B62C-2A2D-3025-9337C08D7705}"/>
                </a:ext>
              </a:extLst>
            </p:cNvPr>
            <p:cNvSpPr/>
            <p:nvPr/>
          </p:nvSpPr>
          <p:spPr>
            <a:xfrm>
              <a:off x="8085798" y="5180676"/>
              <a:ext cx="2471966" cy="842273"/>
            </a:xfrm>
            <a:prstGeom prst="rect">
              <a:avLst/>
            </a:prstGeom>
            <a:solidFill>
              <a:srgbClr val="7900AC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504BFF6-1443-46AF-8E4B-F95C8F2D7A80}"/>
              </a:ext>
            </a:extLst>
          </p:cNvPr>
          <p:cNvCxnSpPr>
            <a:cxnSpLocks/>
            <a:stCxn id="29" idx="1"/>
            <a:endCxn id="77" idx="1"/>
          </p:cNvCxnSpPr>
          <p:nvPr/>
        </p:nvCxnSpPr>
        <p:spPr>
          <a:xfrm rot="10800000" flipV="1">
            <a:off x="1238819" y="2654401"/>
            <a:ext cx="12700" cy="220409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FA1354A-B73B-BF37-F1F2-CCEAD3CC8B82}"/>
              </a:ext>
            </a:extLst>
          </p:cNvPr>
          <p:cNvGrpSpPr/>
          <p:nvPr/>
        </p:nvGrpSpPr>
        <p:grpSpPr>
          <a:xfrm>
            <a:off x="8471529" y="1831972"/>
            <a:ext cx="3128455" cy="594137"/>
            <a:chOff x="7806245" y="2424481"/>
            <a:chExt cx="3128455" cy="59413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0242F4D-4B92-5694-593A-D291D99FC706}"/>
                    </a:ext>
                  </a:extLst>
                </p:cNvPr>
                <p:cNvSpPr txBox="1"/>
                <p:nvPr/>
              </p:nvSpPr>
              <p:spPr>
                <a:xfrm>
                  <a:off x="7806245" y="2424481"/>
                  <a:ext cx="3128455" cy="594137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eqAr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𝐙</m:t>
                                  </m:r>
                                </m:e>
                                <m:e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𝐋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e>
                                <m:e>
                                  <m:r>
                                    <a:rPr lang="en-CA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mr>
                            </m:m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CA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1" i="1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</m:d>
                              </m:e>
                            </m:eqAr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eqArr>
                              <m:eqArrPr>
                                <m:ctrlP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eqAr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CA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0242F4D-4B92-5694-593A-D291D99FC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6245" y="2424481"/>
                  <a:ext cx="3128455" cy="5941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9353569-3F23-DEF0-F11A-075730C23574}"/>
                </a:ext>
              </a:extLst>
            </p:cNvPr>
            <p:cNvSpPr/>
            <p:nvPr/>
          </p:nvSpPr>
          <p:spPr>
            <a:xfrm>
              <a:off x="8004423" y="2472922"/>
              <a:ext cx="500132" cy="252000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43F396-B359-FA88-2B60-2696D11942A9}"/>
                </a:ext>
              </a:extLst>
            </p:cNvPr>
            <p:cNvSpPr/>
            <p:nvPr/>
          </p:nvSpPr>
          <p:spPr>
            <a:xfrm>
              <a:off x="8004423" y="2722447"/>
              <a:ext cx="500132" cy="252000"/>
            </a:xfrm>
            <a:prstGeom prst="rect">
              <a:avLst/>
            </a:prstGeom>
            <a:solidFill>
              <a:schemeClr val="tx2">
                <a:lumMod val="90000"/>
                <a:lumOff val="1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644B56-2960-95D0-D143-09E1D78AA520}"/>
                </a:ext>
              </a:extLst>
            </p:cNvPr>
            <p:cNvSpPr/>
            <p:nvPr/>
          </p:nvSpPr>
          <p:spPr>
            <a:xfrm>
              <a:off x="8959214" y="2470447"/>
              <a:ext cx="314381" cy="252000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C7A374C-22D6-CFB1-A6AB-7A89D16E10C3}"/>
                </a:ext>
              </a:extLst>
            </p:cNvPr>
            <p:cNvSpPr/>
            <p:nvPr/>
          </p:nvSpPr>
          <p:spPr>
            <a:xfrm>
              <a:off x="8959213" y="2722447"/>
              <a:ext cx="315336" cy="252000"/>
            </a:xfrm>
            <a:prstGeom prst="rect">
              <a:avLst/>
            </a:prstGeom>
            <a:solidFill>
              <a:schemeClr val="accent3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F521855-2CBA-2889-6347-CFF84F5E53E1}"/>
                </a:ext>
              </a:extLst>
            </p:cNvPr>
            <p:cNvSpPr/>
            <p:nvPr/>
          </p:nvSpPr>
          <p:spPr>
            <a:xfrm>
              <a:off x="9273596" y="2470447"/>
              <a:ext cx="314381" cy="25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8363CA7-BA77-25D7-9EA9-4B57235BDA11}"/>
                </a:ext>
              </a:extLst>
            </p:cNvPr>
            <p:cNvSpPr/>
            <p:nvPr/>
          </p:nvSpPr>
          <p:spPr>
            <a:xfrm>
              <a:off x="9273596" y="2722447"/>
              <a:ext cx="314381" cy="252000"/>
            </a:xfrm>
            <a:prstGeom prst="rect">
              <a:avLst/>
            </a:prstGeom>
            <a:solidFill>
              <a:schemeClr val="accent2">
                <a:lumMod val="5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B846E1E-D4B0-C290-0B37-2603FA74BAB8}"/>
                </a:ext>
              </a:extLst>
            </p:cNvPr>
            <p:cNvSpPr/>
            <p:nvPr/>
          </p:nvSpPr>
          <p:spPr>
            <a:xfrm>
              <a:off x="10474189" y="2472922"/>
              <a:ext cx="270000" cy="252000"/>
            </a:xfrm>
            <a:prstGeom prst="rect">
              <a:avLst/>
            </a:prstGeom>
            <a:solidFill>
              <a:srgbClr val="C39BE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9DC1688-E109-962F-647A-5DB46E04412D}"/>
                </a:ext>
              </a:extLst>
            </p:cNvPr>
            <p:cNvSpPr/>
            <p:nvPr/>
          </p:nvSpPr>
          <p:spPr>
            <a:xfrm>
              <a:off x="10474189" y="2722447"/>
              <a:ext cx="270000" cy="252000"/>
            </a:xfrm>
            <a:prstGeom prst="rect">
              <a:avLst/>
            </a:prstGeom>
            <a:solidFill>
              <a:srgbClr val="7900AC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82C5684-6C3D-7C47-4AC4-95AD7739CFAD}"/>
              </a:ext>
            </a:extLst>
          </p:cNvPr>
          <p:cNvSpPr txBox="1"/>
          <p:nvPr/>
        </p:nvSpPr>
        <p:spPr>
          <a:xfrm>
            <a:off x="8669707" y="2424727"/>
            <a:ext cx="2641075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Goal: Abs-normal form</a:t>
            </a:r>
          </a:p>
        </p:txBody>
      </p:sp>
    </p:spTree>
    <p:extLst>
      <p:ext uri="{BB962C8B-B14F-4D97-AF65-F5344CB8AC3E}">
        <p14:creationId xmlns:p14="http://schemas.microsoft.com/office/powerpoint/2010/main" val="3649513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F7D9A-C967-AC55-DE95-545406A30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6B1A505-A824-A5C7-80F8-CC345E95A9F6}"/>
              </a:ext>
            </a:extLst>
          </p:cNvPr>
          <p:cNvSpPr/>
          <p:nvPr/>
        </p:nvSpPr>
        <p:spPr>
          <a:xfrm>
            <a:off x="1404071" y="2926314"/>
            <a:ext cx="533946" cy="297179"/>
          </a:xfrm>
          <a:prstGeom prst="rect">
            <a:avLst/>
          </a:prstGeom>
          <a:solidFill>
            <a:schemeClr val="bg1">
              <a:lumMod val="5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F32B7B2-7C3E-967A-7CCB-261898F0B18A}"/>
              </a:ext>
            </a:extLst>
          </p:cNvPr>
          <p:cNvSpPr/>
          <p:nvPr/>
        </p:nvSpPr>
        <p:spPr>
          <a:xfrm>
            <a:off x="2976907" y="3615816"/>
            <a:ext cx="533946" cy="297179"/>
          </a:xfrm>
          <a:prstGeom prst="rect">
            <a:avLst/>
          </a:prstGeom>
          <a:solidFill>
            <a:schemeClr val="bg1">
              <a:lumMod val="5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149CB8-DF01-A4BD-7BE2-1BB4FC5BF711}"/>
              </a:ext>
            </a:extLst>
          </p:cNvPr>
          <p:cNvSpPr/>
          <p:nvPr/>
        </p:nvSpPr>
        <p:spPr>
          <a:xfrm>
            <a:off x="350520" y="381000"/>
            <a:ext cx="2636520" cy="640080"/>
          </a:xfrm>
          <a:prstGeom prst="rect">
            <a:avLst/>
          </a:prstGeom>
          <a:solidFill>
            <a:srgbClr val="7A0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Piecewise affine mapping of neural 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44725-9646-F097-8EF8-FAD297DC02E4}"/>
              </a:ext>
            </a:extLst>
          </p:cNvPr>
          <p:cNvSpPr/>
          <p:nvPr/>
        </p:nvSpPr>
        <p:spPr>
          <a:xfrm>
            <a:off x="3369945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Partition into abs-normal form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D5458D-799C-4115-E5E3-677EA4E5C125}"/>
              </a:ext>
            </a:extLst>
          </p:cNvPr>
          <p:cNvSpPr/>
          <p:nvPr/>
        </p:nvSpPr>
        <p:spPr>
          <a:xfrm>
            <a:off x="6322695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Construct coefficients for LCP problem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8F949C-D954-3069-6B2E-0D078C254EBA}"/>
              </a:ext>
            </a:extLst>
          </p:cNvPr>
          <p:cNvSpPr/>
          <p:nvPr/>
        </p:nvSpPr>
        <p:spPr>
          <a:xfrm>
            <a:off x="9342120" y="381000"/>
            <a:ext cx="2636520" cy="6400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Solve LCP using complementary solver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7DAA27-9F00-1297-8C6A-9475E2BACEBF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987040" y="701040"/>
            <a:ext cx="382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0EF945-5533-FA96-F9F1-D7E2982122D5}"/>
              </a:ext>
            </a:extLst>
          </p:cNvPr>
          <p:cNvCxnSpPr/>
          <p:nvPr/>
        </p:nvCxnSpPr>
        <p:spPr>
          <a:xfrm>
            <a:off x="6006465" y="701040"/>
            <a:ext cx="382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26D347-59B8-69CA-2B4A-50AE8DA26A3F}"/>
              </a:ext>
            </a:extLst>
          </p:cNvPr>
          <p:cNvCxnSpPr/>
          <p:nvPr/>
        </p:nvCxnSpPr>
        <p:spPr>
          <a:xfrm>
            <a:off x="8959215" y="746760"/>
            <a:ext cx="382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45075C-687E-2397-CCD0-B8E17C1057A4}"/>
              </a:ext>
            </a:extLst>
          </p:cNvPr>
          <p:cNvCxnSpPr/>
          <p:nvPr/>
        </p:nvCxnSpPr>
        <p:spPr>
          <a:xfrm>
            <a:off x="322181" y="1079902"/>
            <a:ext cx="114672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A4841A6-1C7D-3290-401F-D9C144C0441E}"/>
              </a:ext>
            </a:extLst>
          </p:cNvPr>
          <p:cNvSpPr txBox="1"/>
          <p:nvPr/>
        </p:nvSpPr>
        <p:spPr>
          <a:xfrm rot="16200000">
            <a:off x="-729879" y="3620818"/>
            <a:ext cx="2760611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Partition NN parameters into abs-normal form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D6D62F-630B-5552-411F-92E33D690D21}"/>
              </a:ext>
            </a:extLst>
          </p:cNvPr>
          <p:cNvSpPr txBox="1"/>
          <p:nvPr/>
        </p:nvSpPr>
        <p:spPr>
          <a:xfrm>
            <a:off x="1238820" y="1328512"/>
            <a:ext cx="427329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ReLU NN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A5A1D4-4EFC-70B1-B28F-4BF60A156CB5}"/>
              </a:ext>
            </a:extLst>
          </p:cNvPr>
          <p:cNvSpPr txBox="1"/>
          <p:nvPr/>
        </p:nvSpPr>
        <p:spPr>
          <a:xfrm>
            <a:off x="1208337" y="4124513"/>
            <a:ext cx="3455069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Abs-normal matrix set-up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FE627A0-62DC-00FB-A27B-7A82C3ADED44}"/>
                  </a:ext>
                </a:extLst>
              </p:cNvPr>
              <p:cNvSpPr txBox="1"/>
              <p:nvPr/>
            </p:nvSpPr>
            <p:spPr>
              <a:xfrm>
                <a:off x="1238819" y="1635312"/>
                <a:ext cx="4816975" cy="1633652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en-CA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CA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𝚯</m:t>
                        </m:r>
                      </m:e>
                      <m:sup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CA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CA" dirty="0">
                        <a:ea typeface="CMU Sans Serif" panose="02000603000000000000" pitchFamily="2" charset="0"/>
                        <a:cs typeface="CMU Sans Serif" panose="02000603000000000000" pitchFamily="2" charset="0"/>
                      </a:rPr>
                      <m:t>			</m:t>
                    </m:r>
                  </m:oMath>
                </a14:m>
                <a:r>
                  <a:rPr lang="en-CA" dirty="0">
                    <a:ea typeface="CMU Sans Serif" panose="02000603000000000000" pitchFamily="2" charset="0"/>
                    <a:cs typeface="CMU Sans Serif" panose="02000603000000000000" pitchFamily="2" charset="0"/>
                  </a:rPr>
                  <a:t>			    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CA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endParaRPr lang="en-CA" b="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1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    +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  +</m:t>
                      </m:r>
                      <m:sSup>
                        <m:sSup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b="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CA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CA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CA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CA" i="1" smtClean="0">
                          <a:latin typeface="Cambria Math" panose="02040503050406030204" pitchFamily="18" charset="0"/>
                          <a:ea typeface="CMU Sans Serif" panose="02000603000000000000" pitchFamily="2" charset="0"/>
                          <a:cs typeface="CMU Sans Serif" panose="02000603000000000000" pitchFamily="2" charset="0"/>
                        </a:rPr>
                        <m:t>⋮</m:t>
                      </m:r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CA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CA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CA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CA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CA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CA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CA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FE627A0-62DC-00FB-A27B-7A82C3AD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819" y="1635312"/>
                <a:ext cx="4816975" cy="1633652"/>
              </a:xfrm>
              <a:prstGeom prst="rect">
                <a:avLst/>
              </a:prstGeom>
              <a:blipFill>
                <a:blip r:embed="rId3"/>
                <a:stretch>
                  <a:fillRect b="-738"/>
                </a:stretch>
              </a:blipFill>
              <a:ln w="19050"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4973E52-DA75-1391-C352-3310242CD5CE}"/>
              </a:ext>
            </a:extLst>
          </p:cNvPr>
          <p:cNvGrpSpPr/>
          <p:nvPr/>
        </p:nvGrpSpPr>
        <p:grpSpPr>
          <a:xfrm>
            <a:off x="1238819" y="4419151"/>
            <a:ext cx="10361165" cy="1826526"/>
            <a:chOff x="469395" y="4273548"/>
            <a:chExt cx="10361165" cy="182652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BAC45938-8616-C7CA-27C6-83263FB2F3C2}"/>
                    </a:ext>
                  </a:extLst>
                </p:cNvPr>
                <p:cNvSpPr txBox="1"/>
                <p:nvPr/>
              </p:nvSpPr>
              <p:spPr>
                <a:xfrm>
                  <a:off x="469395" y="4273548"/>
                  <a:ext cx="10361165" cy="1826526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p>
                                  <m:sSupPr>
                                    <m:ctrlP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1" i="1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</m:e>
                            </m:eqAr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𝜣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𝜣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𝜣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𝜣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p>
                                    <m:sSup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𝓁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nary>
                                    <m:naryPr>
                                      <m:chr m:val="∏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𝓵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CA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CA" b="1" i="1">
                                              <a:latin typeface="Cambria Math" panose="02040503050406030204" pitchFamily="18" charset="0"/>
                                            </a:rPr>
                                            <m:t>𝜣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nary>
                                </m:e>
                                <m:e>
                                  <m:sSup>
                                    <m:sSup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𝓁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</m:d>
                                  <m:nary>
                                    <m:naryPr>
                                      <m:chr m:val="∏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=2</m:t>
                                      </m:r>
                                    </m:sub>
                                    <m:sup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𝓵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CA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CA" b="1" i="1">
                                              <a:latin typeface="Cambria Math" panose="02040503050406030204" pitchFamily="18" charset="0"/>
                                            </a:rPr>
                                            <m:t>𝜣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nary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𝜣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𝓁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mr>
                            </m:m>
                            <m:r>
                              <m:rPr>
                                <m:nor/>
                              </m:rPr>
                              <a:rPr lang="en-CA" i="0"/>
                              <m:t> 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eqArr>
                                    <m:eqArr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CA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CA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CA" b="1" i="1">
                                                  <a:latin typeface="Cambria Math" panose="02040503050406030204" pitchFamily="18" charset="0"/>
                                                </a:rPr>
                                                <m:t>𝒛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CA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CA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eqArr>
                                </m:e>
                              </m:mr>
                              <m:m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p>
                                    <m:sSup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𝓁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mr>
                            </m:m>
                            <m:r>
                              <m:rPr>
                                <m:nor/>
                              </m:rPr>
                              <a:rPr lang="en-CA" i="0"/>
                              <m:t> 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𝑪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sSup>
                                    <m:sSupPr>
                                      <m:ctrlPr>
                                        <a:rPr lang="en-CA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>
                                          <a:latin typeface="Cambria Math" panose="02040503050406030204" pitchFamily="18" charset="0"/>
                                        </a:rPr>
                                        <m:t>𝚯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𝑪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CA" b="1" i="1">
                                          <a:latin typeface="Cambria Math" panose="02040503050406030204" pitchFamily="18" charset="0"/>
                                        </a:rPr>
                                        <m:t>𝑪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𝓁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p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𝓁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∏"/>
                                              <m:ctrlP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𝓁</m:t>
                                              </m:r>
                                            </m:sup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CA" b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CA" b="1">
                                                      <a:latin typeface="Cambria Math" panose="02040503050406030204" pitchFamily="18" charset="0"/>
                                                    </a:rPr>
                                                    <m:t>𝚯</m:t>
                                                  </m:r>
                                                </m:e>
                                                <m:sup>
                                                  <m:d>
                                                    <m:dPr>
                                                      <m:ctrlPr>
                                                        <a:rPr lang="en-CA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CA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e>
                                                  </m:d>
                                                </m:sup>
                                              </m:sSup>
                                            </m:e>
                                          </m:nary>
                                        </m:e>
                                      </m:d>
                                      <m:sSup>
                                        <m:sSupPr>
                                          <m:ctrlPr>
                                            <a:rPr lang="en-CA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CA" b="1" i="1">
                                              <a:latin typeface="Cambria Math" panose="02040503050406030204" pitchFamily="18" charset="0"/>
                                            </a:rPr>
                                            <m:t>𝑪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nary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CA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BAC45938-8616-C7CA-27C6-83263FB2F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395" y="4273548"/>
                  <a:ext cx="10361165" cy="182652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E7D56C9-927B-F777-6CA3-E5385264AE04}"/>
                </a:ext>
              </a:extLst>
            </p:cNvPr>
            <p:cNvSpPr/>
            <p:nvPr/>
          </p:nvSpPr>
          <p:spPr>
            <a:xfrm>
              <a:off x="624840" y="4644789"/>
              <a:ext cx="388620" cy="844547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C8FDA84-6402-3458-6C73-6B74470CA508}"/>
                </a:ext>
              </a:extLst>
            </p:cNvPr>
            <p:cNvSpPr/>
            <p:nvPr/>
          </p:nvSpPr>
          <p:spPr>
            <a:xfrm>
              <a:off x="624840" y="5480129"/>
              <a:ext cx="388620" cy="297179"/>
            </a:xfrm>
            <a:prstGeom prst="rect">
              <a:avLst/>
            </a:prstGeom>
            <a:solidFill>
              <a:schemeClr val="tx2">
                <a:lumMod val="90000"/>
                <a:lumOff val="1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22D6C24-3F54-846B-AD00-3A45AB39D8E6}"/>
                </a:ext>
              </a:extLst>
            </p:cNvPr>
            <p:cNvSpPr/>
            <p:nvPr/>
          </p:nvSpPr>
          <p:spPr>
            <a:xfrm>
              <a:off x="1449070" y="4340676"/>
              <a:ext cx="1360170" cy="844547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7BA6FD4-DD1F-4E5D-F020-DC1A6C18CBB1}"/>
                </a:ext>
              </a:extLst>
            </p:cNvPr>
            <p:cNvSpPr/>
            <p:nvPr/>
          </p:nvSpPr>
          <p:spPr>
            <a:xfrm>
              <a:off x="1449070" y="5182950"/>
              <a:ext cx="1360170" cy="844547"/>
            </a:xfrm>
            <a:prstGeom prst="rect">
              <a:avLst/>
            </a:prstGeom>
            <a:solidFill>
              <a:schemeClr val="accent3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3BA3F70-D8F0-5866-D347-D9E9A0A1B1C1}"/>
                </a:ext>
              </a:extLst>
            </p:cNvPr>
            <p:cNvSpPr/>
            <p:nvPr/>
          </p:nvSpPr>
          <p:spPr>
            <a:xfrm>
              <a:off x="2809240" y="4340676"/>
              <a:ext cx="3835400" cy="84227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D8DFAB3-886E-F898-1A93-6D57CE71428A}"/>
                </a:ext>
              </a:extLst>
            </p:cNvPr>
            <p:cNvSpPr/>
            <p:nvPr/>
          </p:nvSpPr>
          <p:spPr>
            <a:xfrm>
              <a:off x="2809240" y="5182950"/>
              <a:ext cx="3835400" cy="842274"/>
            </a:xfrm>
            <a:prstGeom prst="rect">
              <a:avLst/>
            </a:prstGeom>
            <a:solidFill>
              <a:schemeClr val="accent2">
                <a:lumMod val="5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43560B7-6BB7-E8DF-6C2D-3FDDE0F13732}"/>
                </a:ext>
              </a:extLst>
            </p:cNvPr>
            <p:cNvSpPr/>
            <p:nvPr/>
          </p:nvSpPr>
          <p:spPr>
            <a:xfrm>
              <a:off x="8055318" y="4340676"/>
              <a:ext cx="2471966" cy="840000"/>
            </a:xfrm>
            <a:prstGeom prst="rect">
              <a:avLst/>
            </a:prstGeom>
            <a:solidFill>
              <a:srgbClr val="C39BE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AA26583-8A0C-56B1-6286-062E0C0CE22F}"/>
                </a:ext>
              </a:extLst>
            </p:cNvPr>
            <p:cNvSpPr/>
            <p:nvPr/>
          </p:nvSpPr>
          <p:spPr>
            <a:xfrm>
              <a:off x="8055318" y="5180676"/>
              <a:ext cx="2471966" cy="842273"/>
            </a:xfrm>
            <a:prstGeom prst="rect">
              <a:avLst/>
            </a:prstGeom>
            <a:solidFill>
              <a:srgbClr val="7900AC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ABE2E93-4888-F7FB-DAFF-22BAE08CA93D}"/>
              </a:ext>
            </a:extLst>
          </p:cNvPr>
          <p:cNvCxnSpPr>
            <a:cxnSpLocks/>
            <a:stCxn id="29" idx="1"/>
            <a:endCxn id="77" idx="1"/>
          </p:cNvCxnSpPr>
          <p:nvPr/>
        </p:nvCxnSpPr>
        <p:spPr>
          <a:xfrm rot="10800000" flipV="1">
            <a:off x="1238819" y="2452138"/>
            <a:ext cx="12700" cy="288027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4C33047-5946-8F1A-0148-1FCCB7B8CC67}"/>
              </a:ext>
            </a:extLst>
          </p:cNvPr>
          <p:cNvGrpSpPr/>
          <p:nvPr/>
        </p:nvGrpSpPr>
        <p:grpSpPr>
          <a:xfrm>
            <a:off x="8471529" y="1635312"/>
            <a:ext cx="3128455" cy="594137"/>
            <a:chOff x="7806245" y="2424481"/>
            <a:chExt cx="3128455" cy="59413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EE97B7E9-4A1F-C63D-D0B6-13BE543E9966}"/>
                    </a:ext>
                  </a:extLst>
                </p:cNvPr>
                <p:cNvSpPr txBox="1"/>
                <p:nvPr/>
              </p:nvSpPr>
              <p:spPr>
                <a:xfrm>
                  <a:off x="7806245" y="2424481"/>
                  <a:ext cx="3128455" cy="594137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eqAr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𝐙</m:t>
                                  </m:r>
                                </m:e>
                                <m:e>
                                  <m:r>
                                    <a:rPr lang="en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𝐋</m:t>
                                  </m:r>
                                </m:e>
                              </m:mr>
                              <m:m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CA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CA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𝑱</m:t>
                                      </m:r>
                                    </m:e>
                                  </m:acc>
                                </m:e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CA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CA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</m:acc>
                                </m:e>
                              </m:mr>
                            </m:m>
                            <m:r>
                              <a:rPr lang="en-CA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CA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1" i="1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</m:d>
                              </m:e>
                            </m:eqAr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eqArr>
                              <m:eqArrPr>
                                <m:ctrlP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e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eqArr>
                            <m:r>
                              <a:rPr lang="en-CA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CA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EE97B7E9-4A1F-C63D-D0B6-13BE543E99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6245" y="2424481"/>
                  <a:ext cx="3128455" cy="5941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CEEAE4C-3A09-6CD0-5BB2-252DBD6D0CCD}"/>
                </a:ext>
              </a:extLst>
            </p:cNvPr>
            <p:cNvSpPr/>
            <p:nvPr/>
          </p:nvSpPr>
          <p:spPr>
            <a:xfrm>
              <a:off x="8004423" y="2472922"/>
              <a:ext cx="500132" cy="252000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1A38BE0-B449-F898-997D-03183B862AB5}"/>
                </a:ext>
              </a:extLst>
            </p:cNvPr>
            <p:cNvSpPr/>
            <p:nvPr/>
          </p:nvSpPr>
          <p:spPr>
            <a:xfrm>
              <a:off x="8004423" y="2722447"/>
              <a:ext cx="500132" cy="252000"/>
            </a:xfrm>
            <a:prstGeom prst="rect">
              <a:avLst/>
            </a:prstGeom>
            <a:solidFill>
              <a:schemeClr val="tx2">
                <a:lumMod val="90000"/>
                <a:lumOff val="1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846AB84-4E41-4137-820E-DAA02FB7111F}"/>
                </a:ext>
              </a:extLst>
            </p:cNvPr>
            <p:cNvSpPr/>
            <p:nvPr/>
          </p:nvSpPr>
          <p:spPr>
            <a:xfrm>
              <a:off x="8959214" y="2470447"/>
              <a:ext cx="314381" cy="252000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952028B-AA97-1460-4419-6B998A9FBCD8}"/>
                </a:ext>
              </a:extLst>
            </p:cNvPr>
            <p:cNvSpPr/>
            <p:nvPr/>
          </p:nvSpPr>
          <p:spPr>
            <a:xfrm>
              <a:off x="8959213" y="2722447"/>
              <a:ext cx="315336" cy="252000"/>
            </a:xfrm>
            <a:prstGeom prst="rect">
              <a:avLst/>
            </a:prstGeom>
            <a:solidFill>
              <a:schemeClr val="accent3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4B5669-1A8D-D943-326B-6D4BA6DD3BA0}"/>
                </a:ext>
              </a:extLst>
            </p:cNvPr>
            <p:cNvSpPr/>
            <p:nvPr/>
          </p:nvSpPr>
          <p:spPr>
            <a:xfrm>
              <a:off x="9273596" y="2470447"/>
              <a:ext cx="314381" cy="25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00863A0-CDD6-90BC-BB9C-0A020D2D75E6}"/>
                </a:ext>
              </a:extLst>
            </p:cNvPr>
            <p:cNvSpPr/>
            <p:nvPr/>
          </p:nvSpPr>
          <p:spPr>
            <a:xfrm>
              <a:off x="9273596" y="2722447"/>
              <a:ext cx="314381" cy="252000"/>
            </a:xfrm>
            <a:prstGeom prst="rect">
              <a:avLst/>
            </a:prstGeom>
            <a:solidFill>
              <a:schemeClr val="accent2">
                <a:lumMod val="5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A2E329E-6674-4C97-7868-C402325A9661}"/>
                </a:ext>
              </a:extLst>
            </p:cNvPr>
            <p:cNvSpPr/>
            <p:nvPr/>
          </p:nvSpPr>
          <p:spPr>
            <a:xfrm>
              <a:off x="10474189" y="2472922"/>
              <a:ext cx="270000" cy="252000"/>
            </a:xfrm>
            <a:prstGeom prst="rect">
              <a:avLst/>
            </a:prstGeom>
            <a:solidFill>
              <a:srgbClr val="C39BE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9358936-60F4-D541-A115-BB2D04A393DD}"/>
                </a:ext>
              </a:extLst>
            </p:cNvPr>
            <p:cNvSpPr/>
            <p:nvPr/>
          </p:nvSpPr>
          <p:spPr>
            <a:xfrm>
              <a:off x="10474189" y="2722447"/>
              <a:ext cx="270000" cy="252000"/>
            </a:xfrm>
            <a:prstGeom prst="rect">
              <a:avLst/>
            </a:prstGeom>
            <a:solidFill>
              <a:srgbClr val="7900AC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9FF80C8-0333-45DA-7D4B-1B09F1D1906D}"/>
              </a:ext>
            </a:extLst>
          </p:cNvPr>
          <p:cNvSpPr txBox="1"/>
          <p:nvPr/>
        </p:nvSpPr>
        <p:spPr>
          <a:xfrm>
            <a:off x="8669707" y="2228067"/>
            <a:ext cx="2641075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i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Goal: Abs-normal 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8D40C1-C64D-E3AC-0060-D5D5846E7412}"/>
              </a:ext>
            </a:extLst>
          </p:cNvPr>
          <p:cNvSpPr txBox="1"/>
          <p:nvPr/>
        </p:nvSpPr>
        <p:spPr>
          <a:xfrm>
            <a:off x="1238816" y="3274293"/>
            <a:ext cx="4767648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b="1" i="1" dirty="0">
                <a:solidFill>
                  <a:srgbClr val="E9713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Transformation of NN: </a:t>
            </a:r>
            <a:r>
              <a:rPr lang="en-CA" i="1" dirty="0">
                <a:solidFill>
                  <a:srgbClr val="E9713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Solve Equation for </a:t>
            </a:r>
            <a:r>
              <a:rPr lang="en-CA" b="1" i="1" dirty="0">
                <a:solidFill>
                  <a:srgbClr val="E9713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E02627-870D-8DF5-4753-BB1811BEFF67}"/>
                  </a:ext>
                </a:extLst>
              </p:cNvPr>
              <p:cNvSpPr txBox="1"/>
              <p:nvPr/>
            </p:nvSpPr>
            <p:spPr>
              <a:xfrm>
                <a:off x="1238817" y="3574652"/>
                <a:ext cx="4816975" cy="369332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  <a:prstDash val="sys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𝑷𝒙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CA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CA" b="1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E02627-870D-8DF5-4753-BB1811BEF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817" y="3574652"/>
                <a:ext cx="4816975" cy="369332"/>
              </a:xfrm>
              <a:prstGeom prst="rect">
                <a:avLst/>
              </a:prstGeom>
              <a:blipFill>
                <a:blip r:embed="rId6"/>
                <a:stretch>
                  <a:fillRect b="-4688"/>
                </a:stretch>
              </a:blipFill>
              <a:ln>
                <a:solidFill>
                  <a:schemeClr val="accent2"/>
                </a:solidFill>
                <a:prstDash val="sysDash"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A88CA98A-37BF-475C-AB53-7A33CC341E81}"/>
              </a:ext>
            </a:extLst>
          </p:cNvPr>
          <p:cNvGrpSpPr/>
          <p:nvPr/>
        </p:nvGrpSpPr>
        <p:grpSpPr>
          <a:xfrm>
            <a:off x="1160313" y="3062224"/>
            <a:ext cx="230252" cy="701037"/>
            <a:chOff x="1392572" y="5385732"/>
            <a:chExt cx="251670" cy="268448"/>
          </a:xfrm>
          <a:noFill/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48332E2-663F-2F95-F064-96E4B3339120}"/>
                </a:ext>
              </a:extLst>
            </p:cNvPr>
            <p:cNvCxnSpPr>
              <a:cxnSpLocks/>
            </p:cNvCxnSpPr>
            <p:nvPr/>
          </p:nvCxnSpPr>
          <p:spPr>
            <a:xfrm>
              <a:off x="1392572" y="5654180"/>
              <a:ext cx="25167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prstDash val="sysDash"/>
              <a:tailEnd type="triangle" w="lg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FFB9E3B-7913-7B22-8366-415EE07558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2572" y="5385732"/>
              <a:ext cx="0" cy="26844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  <a:tailEnd w="lg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88B1571-148F-48DC-A67D-00FD5A9C6F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2572" y="5385732"/>
              <a:ext cx="220328" cy="0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  <a:tailEnd w="lg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0D144AF-2401-F4D3-ABC0-37726A4C66E9}"/>
              </a:ext>
            </a:extLst>
          </p:cNvPr>
          <p:cNvGrpSpPr/>
          <p:nvPr/>
        </p:nvGrpSpPr>
        <p:grpSpPr>
          <a:xfrm>
            <a:off x="2218494" y="6358304"/>
            <a:ext cx="4273200" cy="403957"/>
            <a:chOff x="7326784" y="3616271"/>
            <a:chExt cx="4273200" cy="40395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4CA0936-BBA1-3B67-1E1F-39C5575984ED}"/>
                    </a:ext>
                  </a:extLst>
                </p:cNvPr>
                <p:cNvSpPr txBox="1"/>
                <p:nvPr/>
              </p:nvSpPr>
              <p:spPr>
                <a:xfrm>
                  <a:off x="7326784" y="3616271"/>
                  <a:ext cx="4273200" cy="403957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  <a:prstDash val="sys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10000"/>
                    </a:lnSpc>
                    <a:spcAft>
                      <a:spcPts val="1600"/>
                    </a:spcAft>
                  </a:pP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</m:acc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𝑸𝑱</m:t>
                      </m:r>
                      <m:r>
                        <a:rPr lang="en-CA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acc>
                        <m:accPr>
                          <m:chr m:val="̅"/>
                          <m:ctrlP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𝑸𝒀</m:t>
                      </m:r>
                    </m:oMath>
                  </a14:m>
                  <a:r>
                    <a:rPr lang="en-CA" b="1" dirty="0">
                      <a:solidFill>
                        <a:schemeClr val="tx1"/>
                      </a:solidFill>
                      <a:ea typeface="CMU Sans Serif" panose="02000603000000000000" pitchFamily="2" charset="0"/>
                      <a:cs typeface="CMU Sans Serif" panose="02000603000000000000" pitchFamily="2" charset="0"/>
                    </a:rPr>
                    <a:t>    </a:t>
                  </a:r>
                  <a14:m>
                    <m:oMath xmlns:m="http://schemas.openxmlformats.org/officeDocument/2006/math">
                      <m:r>
                        <a:rPr lang="en-CA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𝑸𝒃</m:t>
                      </m:r>
                    </m:oMath>
                  </a14:m>
                  <a:endParaRPr lang="en-CA" b="1" dirty="0">
                    <a:solidFill>
                      <a:schemeClr val="tx1"/>
                    </a:solidFill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4CA0936-BBA1-3B67-1E1F-39C5575984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6784" y="3616271"/>
                  <a:ext cx="4273200" cy="403957"/>
                </a:xfrm>
                <a:prstGeom prst="rect">
                  <a:avLst/>
                </a:prstGeom>
                <a:blipFill>
                  <a:blip r:embed="rId7"/>
                  <a:stretch>
                    <a:fillRect l="-142" b="-4348"/>
                  </a:stretch>
                </a:blipFill>
                <a:ln>
                  <a:solidFill>
                    <a:schemeClr val="accent2"/>
                  </a:solidFill>
                  <a:prstDash val="sysDash"/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38F945A-9980-C363-1B68-1DF9919B9B63}"/>
                </a:ext>
              </a:extLst>
            </p:cNvPr>
            <p:cNvSpPr/>
            <p:nvPr/>
          </p:nvSpPr>
          <p:spPr>
            <a:xfrm>
              <a:off x="7354688" y="3655677"/>
              <a:ext cx="1187332" cy="323868"/>
            </a:xfrm>
            <a:prstGeom prst="rect">
              <a:avLst/>
            </a:prstGeom>
            <a:solidFill>
              <a:schemeClr val="accent3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5D15EF9-00D2-CA52-1A31-1FFCC1AD8EB1}"/>
                </a:ext>
              </a:extLst>
            </p:cNvPr>
            <p:cNvSpPr/>
            <p:nvPr/>
          </p:nvSpPr>
          <p:spPr>
            <a:xfrm>
              <a:off x="8690636" y="3655677"/>
              <a:ext cx="876274" cy="323868"/>
            </a:xfrm>
            <a:prstGeom prst="rect">
              <a:avLst/>
            </a:prstGeom>
            <a:solidFill>
              <a:schemeClr val="accent2">
                <a:lumMod val="5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3FA3C42-26BE-A09A-F7FD-8D26AA4A21A7}"/>
                </a:ext>
              </a:extLst>
            </p:cNvPr>
            <p:cNvSpPr/>
            <p:nvPr/>
          </p:nvSpPr>
          <p:spPr>
            <a:xfrm>
              <a:off x="9715525" y="3655677"/>
              <a:ext cx="1266799" cy="323868"/>
            </a:xfrm>
            <a:prstGeom prst="rect">
              <a:avLst/>
            </a:prstGeom>
            <a:solidFill>
              <a:srgbClr val="7900AC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58C630D-3D6F-CBBB-2AB2-487292933B71}"/>
              </a:ext>
            </a:extLst>
          </p:cNvPr>
          <p:cNvGrpSpPr/>
          <p:nvPr/>
        </p:nvGrpSpPr>
        <p:grpSpPr>
          <a:xfrm>
            <a:off x="1982656" y="5922911"/>
            <a:ext cx="230252" cy="660769"/>
            <a:chOff x="1392572" y="5385732"/>
            <a:chExt cx="251670" cy="268448"/>
          </a:xfrm>
          <a:noFill/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35E2E9CA-B73C-988B-A812-10F726A33D84}"/>
                </a:ext>
              </a:extLst>
            </p:cNvPr>
            <p:cNvCxnSpPr>
              <a:cxnSpLocks/>
            </p:cNvCxnSpPr>
            <p:nvPr/>
          </p:nvCxnSpPr>
          <p:spPr>
            <a:xfrm>
              <a:off x="1392572" y="5654180"/>
              <a:ext cx="25167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prstDash val="sysDash"/>
              <a:tailEnd type="triangle" w="lg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C1A64D0-9853-2306-7DB6-A49CCE3513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2572" y="5385732"/>
              <a:ext cx="0" cy="26844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  <a:tailEnd w="lg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A4CE297-71FA-8E0F-28EE-A68EB4BEEA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2572" y="5385732"/>
              <a:ext cx="220328" cy="0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  <a:tailEnd w="lg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A8FC5FFF-1EEF-820A-37E2-6917B54C35E3}"/>
              </a:ext>
            </a:extLst>
          </p:cNvPr>
          <p:cNvSpPr txBox="1"/>
          <p:nvPr/>
        </p:nvSpPr>
        <p:spPr>
          <a:xfrm>
            <a:off x="6491694" y="6374978"/>
            <a:ext cx="214538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i="1" dirty="0">
                <a:solidFill>
                  <a:srgbClr val="E9713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Adjust coefficients</a:t>
            </a:r>
          </a:p>
        </p:txBody>
      </p:sp>
    </p:spTree>
    <p:extLst>
      <p:ext uri="{BB962C8B-B14F-4D97-AF65-F5344CB8AC3E}">
        <p14:creationId xmlns:p14="http://schemas.microsoft.com/office/powerpoint/2010/main" val="1364825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D6C3120-B575-5C07-1315-268F1E3FC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62" y="0"/>
            <a:ext cx="8560676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B0EAFB-E1C7-FCA2-C1C6-B02F96E055EF}"/>
              </a:ext>
            </a:extLst>
          </p:cNvPr>
          <p:cNvSpPr txBox="1"/>
          <p:nvPr/>
        </p:nvSpPr>
        <p:spPr>
          <a:xfrm>
            <a:off x="2280920" y="2575560"/>
            <a:ext cx="54864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B9FB8-ED7B-D443-55C4-93ADF9F8F57D}"/>
              </a:ext>
            </a:extLst>
          </p:cNvPr>
          <p:cNvSpPr txBox="1"/>
          <p:nvPr/>
        </p:nvSpPr>
        <p:spPr>
          <a:xfrm>
            <a:off x="6360160" y="6070600"/>
            <a:ext cx="54864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021512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BF68F0-B9FB-C84A-E5E5-25368DB59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285750"/>
            <a:ext cx="8620125" cy="6286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A7B0BD-0C55-645F-8661-23AE1AD5182D}"/>
              </a:ext>
            </a:extLst>
          </p:cNvPr>
          <p:cNvSpPr txBox="1"/>
          <p:nvPr/>
        </p:nvSpPr>
        <p:spPr>
          <a:xfrm>
            <a:off x="5107393" y="6227844"/>
            <a:ext cx="232355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Problem Size</a:t>
            </a:r>
          </a:p>
        </p:txBody>
      </p:sp>
    </p:spTree>
    <p:extLst>
      <p:ext uri="{BB962C8B-B14F-4D97-AF65-F5344CB8AC3E}">
        <p14:creationId xmlns:p14="http://schemas.microsoft.com/office/powerpoint/2010/main" val="1997278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4392E-F247-5746-D21B-82700584D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737377-2556-BCD9-9534-2D76F0B94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270510"/>
            <a:ext cx="8620125" cy="6286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AD3B53-EACF-73E2-12EE-7E527433CF9A}"/>
              </a:ext>
            </a:extLst>
          </p:cNvPr>
          <p:cNvSpPr txBox="1"/>
          <p:nvPr/>
        </p:nvSpPr>
        <p:spPr>
          <a:xfrm>
            <a:off x="5107393" y="6227844"/>
            <a:ext cx="232355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Problem Size</a:t>
            </a:r>
          </a:p>
        </p:txBody>
      </p:sp>
    </p:spTree>
    <p:extLst>
      <p:ext uri="{BB962C8B-B14F-4D97-AF65-F5344CB8AC3E}">
        <p14:creationId xmlns:p14="http://schemas.microsoft.com/office/powerpoint/2010/main" val="3711155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7F97A-F9EC-FBB8-E8DB-0AF24B10B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63C05-6D93-3F4E-FA31-E90CBABED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285750"/>
            <a:ext cx="8620125" cy="6286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0FC387-BF30-2A40-1796-7EA840FF9C0E}"/>
              </a:ext>
            </a:extLst>
          </p:cNvPr>
          <p:cNvSpPr txBox="1"/>
          <p:nvPr/>
        </p:nvSpPr>
        <p:spPr>
          <a:xfrm>
            <a:off x="5107393" y="6227844"/>
            <a:ext cx="232355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Problem Size</a:t>
            </a:r>
          </a:p>
        </p:txBody>
      </p:sp>
    </p:spTree>
    <p:extLst>
      <p:ext uri="{BB962C8B-B14F-4D97-AF65-F5344CB8AC3E}">
        <p14:creationId xmlns:p14="http://schemas.microsoft.com/office/powerpoint/2010/main" val="125154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8237</TotalTime>
  <Words>1160</Words>
  <Application>Microsoft Office PowerPoint</Application>
  <PresentationFormat>Widescreen</PresentationFormat>
  <Paragraphs>244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CMU Sans Serif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 Chaudhry</dc:creator>
  <cp:lastModifiedBy>M. Chaudhry</cp:lastModifiedBy>
  <cp:revision>6</cp:revision>
  <dcterms:created xsi:type="dcterms:W3CDTF">2026-05-19T03:09:07Z</dcterms:created>
  <dcterms:modified xsi:type="dcterms:W3CDTF">2026-10-23T08:40:57Z</dcterms:modified>
</cp:coreProperties>
</file>